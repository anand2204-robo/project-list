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34587" autoAdjust="0"/>
    <p:restoredTop sz="94610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77" y="341"/>
      </p:cViewPr>
      <p:guideLst>
        <p:guide orient="horz" pos="160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[ Rear sprocket Line]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50292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5D6A7"/>
                </a:solidFill>
              </a:rPr>
              <a:t>[Nagpur Plant  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5867400" y="2735580"/>
            <a:ext cx="701040" cy="109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Machine Layout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LGB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69204" y="878205"/>
            <a:ext cx="265176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82540" y="86868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82540" y="8686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3980" y="1325880"/>
            <a:ext cx="2468880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</a:rPr>
              <a:t>• Total CNC machines: 02</a:t>
            </a:r>
            <a:endParaRPr lang="en-US" sz="900" dirty="0">
              <a:solidFill>
                <a:srgbClr val="2D2D2D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900" dirty="0">
                <a:solidFill>
                  <a:srgbClr val="2D2D2D"/>
                </a:solidFill>
                <a:sym typeface="+mn-ea"/>
              </a:rPr>
              <a:t>• </a:t>
            </a:r>
            <a:r>
              <a:rPr lang="en-US" sz="900" dirty="0">
                <a:solidFill>
                  <a:srgbClr val="2D2D2D"/>
                </a:solidFill>
              </a:rPr>
              <a:t>No. of Chucks: 04 (2 Chuck facing eachother in a machine) </a:t>
            </a:r>
            <a:endParaRPr lang="en-US" sz="9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sym typeface="+mn-ea"/>
              </a:rPr>
              <a:t>• There is only one varient and same operation for 2 chuck in a machine </a:t>
            </a:r>
            <a:endParaRPr lang="en-US" sz="900" dirty="0">
              <a:solidFill>
                <a:srgbClr val="2D2D2D"/>
              </a:solidFill>
              <a:sym typeface="+mn-ea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</a:rPr>
              <a:t>• Current mode: JAEWOO (TWIN-G-200)</a:t>
            </a:r>
            <a:endParaRPr lang="en-US" sz="9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</a:rPr>
              <a:t>• Layout can be modified per vendor proposal</a:t>
            </a:r>
            <a:endParaRPr lang="en-US" sz="900" dirty="0">
              <a:solidFill>
                <a:srgbClr val="2D2D2D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rgbClr val="2D2D2D"/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rcRect r="28477"/>
          <a:stretch>
            <a:fillRect/>
          </a:stretch>
        </p:blipFill>
        <p:spPr>
          <a:xfrm>
            <a:off x="721995" y="1077595"/>
            <a:ext cx="3747770" cy="349377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1346200" y="4571365"/>
            <a:ext cx="1866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Machine layout</a:t>
            </a:r>
            <a:endParaRPr lang="en-US" b="1"/>
          </a:p>
        </p:txBody>
      </p:sp>
      <p:sp>
        <p:nvSpPr>
          <p:cNvPr id="21" name="Rounded Rectangle 20"/>
          <p:cNvSpPr/>
          <p:nvPr/>
        </p:nvSpPr>
        <p:spPr>
          <a:xfrm>
            <a:off x="1228725" y="1234440"/>
            <a:ext cx="3225800" cy="883920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 Details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0" y="914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LGB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8090" y="3258820"/>
            <a:ext cx="220662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</a:rPr>
              <a:t>MACHINE LAYOUT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1255" y="952500"/>
            <a:ext cx="2878455" cy="2011680"/>
          </a:xfrm>
          <a:prstGeom prst="rect">
            <a:avLst/>
          </a:prstGeom>
          <a:solidFill>
            <a:srgbClr val="F1F8F1"/>
          </a:solidFill>
          <a:ln w="12700">
            <a:solidFill>
              <a:srgbClr val="99C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1255" y="952500"/>
            <a:ext cx="28752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</a:rPr>
              <a:t>[ INSERT COMPONENT IMAGE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1255" y="3040253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</a:rPr>
              <a:t>COMPONENT IMAGE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1260" y="3624453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0060" y="3624453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1260" y="362445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No.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0060" y="3624453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1398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1260" y="3971925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0060" y="3971925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61260" y="3971925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 10 CNC Model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90060" y="3971925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TWIN-G-200 ( JAEWOO ) 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61260" y="4319397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90060" y="4319397"/>
            <a:ext cx="2468880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61260" y="4319397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Cycle Time OP 10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90060" y="431939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</a:rPr>
              <a:t>[37.5 sec]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61260" y="4666869"/>
            <a:ext cx="1828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90060" y="4666869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61260" y="4666869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Total No.of M/C </a:t>
            </a:r>
            <a:r>
              <a:rPr lang="en-US" sz="800" b="1" dirty="0">
                <a:solidFill>
                  <a:srgbClr val="FFFFFF"/>
                </a:solidFill>
              </a:rPr>
              <a:t>in </a:t>
            </a:r>
            <a:r>
              <a:rPr lang="en-US" sz="800" b="1" dirty="0">
                <a:solidFill>
                  <a:schemeClr val="bg1"/>
                </a:solidFill>
              </a:rPr>
              <a:t>OP10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4290060" y="4666869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2</a:t>
            </a:r>
            <a:endParaRPr lang="en-US" sz="800" dirty="0"/>
          </a:p>
        </p:txBody>
      </p:sp>
      <p:pic>
        <p:nvPicPr>
          <p:cNvPr id="9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09795" y="951865"/>
            <a:ext cx="3268345" cy="208661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/>
          <a:srcRect r="28477"/>
          <a:stretch>
            <a:fillRect/>
          </a:stretch>
        </p:blipFill>
        <p:spPr>
          <a:xfrm>
            <a:off x="381635" y="819150"/>
            <a:ext cx="3747770" cy="2666365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067435" y="952500"/>
            <a:ext cx="2688590" cy="746125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4" name="Straight Arrow Connector 53"/>
          <p:cNvCxnSpPr>
            <a:stCxn id="52" idx="3"/>
          </p:cNvCxnSpPr>
          <p:nvPr/>
        </p:nvCxnSpPr>
        <p:spPr>
          <a:xfrm>
            <a:off x="3756025" y="1325880"/>
            <a:ext cx="828675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WPS Presentation</Application>
  <PresentationFormat>On-screen Show (16:9)</PresentationFormat>
  <Paragraphs>47</Paragraphs>
  <Slides>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Aptos Narrow</vt:lpstr>
      <vt:lpstr>Segoe UI Variable Display</vt:lpstr>
      <vt:lpstr>Microsoft YaHei</vt:lpstr>
      <vt:lpstr>Arial Unicode MS</vt:lpstr>
      <vt:lpstr>Calibri</vt:lpstr>
      <vt:lpstr>Times New Roman</vt:lpstr>
      <vt:lpstr>Verdana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LGB RFQ Template</dc:title>
  <dc:creator>PptxGenJS</dc:creator>
  <dc:subject>PptxGenJS Presentation</dc:subject>
  <cp:lastModifiedBy>Sudharshan .B</cp:lastModifiedBy>
  <cp:revision>52</cp:revision>
  <dcterms:created xsi:type="dcterms:W3CDTF">2026-05-06T02:49:00Z</dcterms:created>
  <dcterms:modified xsi:type="dcterms:W3CDTF">2026-09-10T11:35:44Z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1261A3C843F242CDA54ABB6E3D0A8E5F_12</vt:lpwstr>
  </property>
</Properties>
</file>
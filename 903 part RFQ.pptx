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683000" y="533400"/>
            <a:ext cx="339598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903 PART CAMERA INSPECTION </a:t>
            </a:r>
            <a:endParaRPr lang="en-US" altLang="en-GB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Content Placeholder 5" descr="PHOTO-2026-03-18-11-53-27"/>
          <p:cNvPicPr>
            <a:picLocks noChangeAspect="1"/>
          </p:cNvPicPr>
          <p:nvPr>
            <p:ph idx="1"/>
          </p:nvPr>
        </p:nvPicPr>
        <p:blipFill>
          <a:blip r:embed="rId1"/>
          <a:srcRect l="15050" r="17417"/>
          <a:stretch>
            <a:fillRect/>
          </a:stretch>
        </p:blipFill>
        <p:spPr>
          <a:xfrm>
            <a:off x="1197610" y="1252855"/>
            <a:ext cx="3950970" cy="435165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6390005" y="1914525"/>
            <a:ext cx="289242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GB" sz="1600" b="1"/>
              <a:t>MAJOR CHECKING PARAMETER:</a:t>
            </a:r>
            <a:endParaRPr lang="en-US" altLang="en-GB" sz="1600" b="1"/>
          </a:p>
          <a:p>
            <a:pPr indent="0">
              <a:buFont typeface="Arial" panose="020B0604020202020204" pitchFamily="34" charset="0"/>
              <a:buNone/>
            </a:pPr>
            <a:endParaRPr lang="en-GB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600"/>
              <a:t>Hole diameter-</a:t>
            </a:r>
            <a:r>
              <a:rPr lang="en-GB" altLang="en-US" sz="1600" b="1"/>
              <a:t> </a:t>
            </a:r>
            <a:r>
              <a:rPr lang="en-US" altLang="en-GB" sz="1600" b="1"/>
              <a:t>R</a:t>
            </a:r>
            <a:r>
              <a:rPr lang="en-GB" altLang="en-US" sz="1600" b="1"/>
              <a:t>ed</a:t>
            </a:r>
            <a:endParaRPr lang="en-GB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600"/>
              <a:t>Bore diameter- </a:t>
            </a:r>
            <a:r>
              <a:rPr lang="en-US" altLang="en-GB" sz="1600" b="1"/>
              <a:t>Y</a:t>
            </a:r>
            <a:r>
              <a:rPr lang="en-GB" altLang="en-US" sz="1600" b="1"/>
              <a:t>ellow </a:t>
            </a:r>
            <a:endParaRPr lang="en-GB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600"/>
              <a:t>Outer dia -</a:t>
            </a:r>
            <a:r>
              <a:rPr lang="en-GB" altLang="en-US" sz="1600" b="1"/>
              <a:t> </a:t>
            </a:r>
            <a:r>
              <a:rPr lang="en-US" altLang="en-GB" sz="1600" b="1"/>
              <a:t>G</a:t>
            </a:r>
            <a:r>
              <a:rPr lang="en-GB" altLang="en-US" sz="1600" b="1"/>
              <a:t>reen </a:t>
            </a:r>
            <a:endParaRPr lang="en-GB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600"/>
              <a:t>MOP - </a:t>
            </a:r>
            <a:r>
              <a:rPr lang="en-US" altLang="en-GB" sz="1600" b="1"/>
              <a:t>B</a:t>
            </a:r>
            <a:r>
              <a:rPr lang="en-GB" altLang="en-US" sz="1600" b="1"/>
              <a:t>ule</a:t>
            </a:r>
            <a:endParaRPr lang="en-GB" alt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600"/>
              <a:t>Teeth thickness </a:t>
            </a:r>
            <a:endParaRPr lang="en-GB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600"/>
              <a:t>Teeth count </a:t>
            </a:r>
            <a:endParaRPr lang="en-GB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600"/>
              <a:t>Flatness</a:t>
            </a:r>
            <a:endParaRPr lang="en-GB" altLang="en-US" sz="1600"/>
          </a:p>
        </p:txBody>
      </p:sp>
      <p:sp>
        <p:nvSpPr>
          <p:cNvPr id="9" name="Text Box 8"/>
          <p:cNvSpPr txBox="1"/>
          <p:nvPr/>
        </p:nvSpPr>
        <p:spPr>
          <a:xfrm>
            <a:off x="1964055" y="5866765"/>
            <a:ext cx="2418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/>
              <a:t>COMPONENT</a:t>
            </a:r>
            <a:r>
              <a:rPr lang="en-US" altLang="en-GB" b="1"/>
              <a:t> IMAGE</a:t>
            </a:r>
            <a:endParaRPr lang="en-US" altLang="en-GB" b="1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" y="172720"/>
            <a:ext cx="1246505" cy="551180"/>
          </a:xfrm>
          <a:prstGeom prst="rect">
            <a:avLst/>
          </a:prstGeom>
        </p:spPr>
      </p:pic>
      <p:pic>
        <p:nvPicPr>
          <p:cNvPr id="37897" name="Picture 5" descr="A red oval with letters on it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3301" y="172690"/>
            <a:ext cx="1245447" cy="5511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6" name="TextBox 75"/>
          <p:cNvSpPr txBox="1"/>
          <p:nvPr/>
        </p:nvSpPr>
        <p:spPr>
          <a:xfrm>
            <a:off x="5574030" y="4499610"/>
            <a:ext cx="590613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Vision inspection system required for dimensional measurement of the rear sprocket with an accuracy of 20-30 microns.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" name="Content Placeholder 7"/>
          <p:cNvGraphicFramePr/>
          <p:nvPr>
            <p:ph idx="1"/>
            <p:custDataLst>
              <p:tags r:id="rId1"/>
            </p:custDataLst>
          </p:nvPr>
        </p:nvGraphicFramePr>
        <p:xfrm>
          <a:off x="552450" y="1057910"/>
          <a:ext cx="7268845" cy="533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715"/>
                <a:gridCol w="1653540"/>
                <a:gridCol w="1908175"/>
                <a:gridCol w="880110"/>
                <a:gridCol w="1932305"/>
              </a:tblGrid>
              <a:tr h="1517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Part Name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Rear Sprocket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3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Part Number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903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06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Customer Part No</a:t>
                      </a: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.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1100701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3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Customer Name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REML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8910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8910">
                <a:tc gridSpan="5"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098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 i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#</a:t>
                      </a:r>
                      <a:endParaRPr lang="en-US" altLang="en-US" sz="600" b="1" i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Parameter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Spec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Tolerance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Check method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4102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MOP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222.29 ~ 222.59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Dial Type MOP Gauge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02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Outer Ø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219.33 ~ 219.83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Micrometer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7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Bore Ø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111.00 ~ 111.50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Bore Dial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Root Ø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201.97 ~ 202.27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CMM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52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Thickness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5.6 ~ 6.00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Micrometer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Mount Hole Ø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10.50 ~ 10.70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Inside Caliper / Vernier caliper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6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PCD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Ø 143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CMM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00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Mouting Hole Position w.r.t Bore 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0.25 w.r.t A and B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0.25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CMM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3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Face out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0.2 Max w.r.t A and B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Bench centre, Mandrel with Dial Indicator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00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Flatness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0.4 Max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CMM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00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Root Runout 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0.2 Max w.r.t A and B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Bench centre, Mandrel with Dial Indicator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24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No. of Teeth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Counting (Manual)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7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Naming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Part Traceability</a:t>
                      </a:r>
                      <a:endParaRPr 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Customer Part Number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Visual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4481830" y="433070"/>
            <a:ext cx="322897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FINAL INSPECTION CHECK LIST</a:t>
            </a:r>
            <a:endParaRPr lang="en-US" altLang="en-GB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7897" name="Picture 5" descr="A red oval with letters on i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301" y="172690"/>
            <a:ext cx="1245447" cy="5511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85" y="172720"/>
            <a:ext cx="1246505" cy="5511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72*419"/>
  <p:tag name="TABLE_ENDDRAG_RECT" val="43*83*572*41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994</Words>
  <Application>WPS Presentation</Application>
  <PresentationFormat>Widescreen</PresentationFormat>
  <Paragraphs>171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SimSun</vt:lpstr>
      <vt:lpstr>Wingdings</vt:lpstr>
      <vt:lpstr>Cambria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anandakumar</cp:lastModifiedBy>
  <cp:revision>12</cp:revision>
  <dcterms:created xsi:type="dcterms:W3CDTF">2026-03-20T07:07:00Z</dcterms:created>
  <dcterms:modified xsi:type="dcterms:W3CDTF">2026-03-21T04:12:00Z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2057-11.2.0.10017</vt:lpwstr>
  </property>
  <property fmtid="{D5CDD505-2E9C-101B-9397-08002B2CF9AE}" pid="3" name="ICV">
    <vt:lpwstr>863CF869FED44B8AAD3440A10A7217A8_12</vt:lpwstr>
  </property>
</Properties>
</file>
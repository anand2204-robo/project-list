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58" r:id="rId4"/>
    <p:sldId id="266" r:id="rId5"/>
    <p:sldId id="264" r:id="rId6"/>
    <p:sldId id="259" r:id="rId7"/>
    <p:sldId id="272" r:id="rId8"/>
    <p:sldId id="294" r:id="rId9"/>
    <p:sldId id="293" r:id="rId10"/>
    <p:sldId id="359" r:id="rId11"/>
    <p:sldId id="384" r:id="rId12"/>
    <p:sldId id="383" r:id="rId13"/>
    <p:sldId id="385" r:id="rId14"/>
    <p:sldId id="386" r:id="rId15"/>
    <p:sldId id="387" r:id="rId16"/>
    <p:sldId id="388" r:id="rId17"/>
    <p:sldId id="389" r:id="rId18"/>
    <p:sldId id="362" r:id="rId19"/>
    <p:sldId id="363" r:id="rId20"/>
    <p:sldId id="390" r:id="rId21"/>
    <p:sldId id="360" r:id="rId22"/>
    <p:sldId id="361" r:id="rId23"/>
    <p:sldId id="364" r:id="rId24"/>
    <p:sldId id="365" r:id="rId25"/>
    <p:sldId id="338" r:id="rId26"/>
    <p:sldId id="336" r:id="rId27"/>
    <p:sldId id="337" r:id="rId28"/>
    <p:sldId id="348" r:id="rId30"/>
    <p:sldId id="339" r:id="rId31"/>
    <p:sldId id="265" r:id="rId32"/>
    <p:sldId id="269" r:id="rId33"/>
    <p:sldId id="260" r:id="rId34"/>
    <p:sldId id="380" r:id="rId35"/>
    <p:sldId id="261" r:id="rId36"/>
    <p:sldId id="381" r:id="rId37"/>
    <p:sldId id="382" r:id="rId38"/>
    <p:sldId id="312" r:id="rId39"/>
    <p:sldId id="311" r:id="rId40"/>
    <p:sldId id="313" r:id="rId41"/>
    <p:sldId id="344" r:id="rId42"/>
    <p:sldId id="340" r:id="rId43"/>
    <p:sldId id="296" r:id="rId44"/>
    <p:sldId id="270" r:id="rId45"/>
    <p:sldId id="274" r:id="rId46"/>
    <p:sldId id="276" r:id="rId47"/>
    <p:sldId id="277" r:id="rId48"/>
    <p:sldId id="372" r:id="rId49"/>
    <p:sldId id="373" r:id="rId50"/>
    <p:sldId id="374" r:id="rId51"/>
    <p:sldId id="371" r:id="rId52"/>
    <p:sldId id="376" r:id="rId53"/>
    <p:sldId id="377" r:id="rId54"/>
    <p:sldId id="378" r:id="rId55"/>
    <p:sldId id="379" r:id="rId56"/>
    <p:sldId id="319" r:id="rId57"/>
    <p:sldId id="318" r:id="rId58"/>
    <p:sldId id="320" r:id="rId59"/>
    <p:sldId id="347" r:id="rId60"/>
    <p:sldId id="341" r:id="rId61"/>
    <p:sldId id="278" r:id="rId62"/>
    <p:sldId id="273" r:id="rId63"/>
    <p:sldId id="280" r:id="rId64"/>
    <p:sldId id="282" r:id="rId65"/>
    <p:sldId id="281" r:id="rId66"/>
    <p:sldId id="333" r:id="rId67"/>
    <p:sldId id="332" r:id="rId68"/>
    <p:sldId id="334" r:id="rId69"/>
    <p:sldId id="345" r:id="rId70"/>
    <p:sldId id="342" r:id="rId71"/>
    <p:sldId id="329" r:id="rId72"/>
    <p:sldId id="284" r:id="rId73"/>
    <p:sldId id="286" r:id="rId74"/>
    <p:sldId id="285" r:id="rId75"/>
    <p:sldId id="366" r:id="rId76"/>
    <p:sldId id="375" r:id="rId77"/>
    <p:sldId id="367" r:id="rId78"/>
    <p:sldId id="368" r:id="rId79"/>
    <p:sldId id="369" r:id="rId80"/>
    <p:sldId id="370" r:id="rId81"/>
    <p:sldId id="326" r:id="rId82"/>
    <p:sldId id="325" r:id="rId83"/>
    <p:sldId id="327" r:id="rId84"/>
    <p:sldId id="346" r:id="rId85"/>
    <p:sldId id="328" r:id="rId86"/>
    <p:sldId id="289" r:id="rId87"/>
    <p:sldId id="349" r:id="rId88"/>
    <p:sldId id="350" r:id="rId89"/>
    <p:sldId id="351" r:id="rId90"/>
    <p:sldId id="352" r:id="rId91"/>
    <p:sldId id="353" r:id="rId92"/>
    <p:sldId id="356" r:id="rId93"/>
    <p:sldId id="354" r:id="rId94"/>
    <p:sldId id="355" r:id="rId95"/>
    <p:sldId id="357" r:id="rId96"/>
    <p:sldId id="297" r:id="rId97"/>
    <p:sldId id="298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200785" y="2377440"/>
            <a:ext cx="1007110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IN" alt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LGB </a:t>
            </a: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Robotic Automation</a:t>
            </a:r>
            <a:r>
              <a:rPr lang="en-IN" alt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</a:t>
            </a: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Projects 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27736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ROJECT OVERVIEW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-635" y="860425"/>
          <a:ext cx="12192000" cy="5241290"/>
        </p:xfrm>
        <a:graphic>
          <a:graphicData uri="http://schemas.openxmlformats.org/drawingml/2006/table">
            <a:tbl>
              <a:tblPr/>
              <a:tblGrid>
                <a:gridCol w="533400"/>
                <a:gridCol w="1765300"/>
                <a:gridCol w="2643505"/>
                <a:gridCol w="1808480"/>
                <a:gridCol w="1308100"/>
                <a:gridCol w="1309370"/>
                <a:gridCol w="2823845"/>
              </a:tblGrid>
              <a:tr h="48387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Process Scope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Robots / Cobots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 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Current Status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 line 1-Phase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, Ultrasonic washing , Vision , OilWashing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07-07-2025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20-07-2026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commissioning inprogress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5123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BMW RAD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OP20→OP30→OP40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Cobots + 1 AMR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02-02-2026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20-09-2026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DAP Inprogress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859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Helical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UR12e Cobot + 1 yaskava 20kg robot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31-03-2026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20-09-2026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DAP Inprogress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Ather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5 × ABB 12kg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15-02-2026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LOE given to vendor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 Line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24-04-2026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LOE given to vendor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11885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Stellantis 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79805" y="2378710"/>
            <a:ext cx="9921240" cy="29718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979805" y="5769610"/>
            <a:ext cx="10543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Complete </a:t>
            </a:r>
            <a:r>
              <a:rPr lang="en-IN" altLang="en-US" sz="2000" b="1" dirty="0">
                <a:solidFill>
                  <a:schemeClr val="tx1"/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Stellantis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Sprocket Automation Line — Turning to Packing</a:t>
            </a:r>
            <a:endParaRPr lang="en-US" sz="2000" b="1" dirty="0">
              <a:solidFill>
                <a:schemeClr val="tx1"/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22250" y="1075055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3D Isometric Layout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object 6"/>
          <p:cNvGrpSpPr/>
          <p:nvPr/>
        </p:nvGrpSpPr>
        <p:grpSpPr>
          <a:xfrm>
            <a:off x="673531" y="1911095"/>
            <a:ext cx="10619740" cy="2615565"/>
            <a:chOff x="673531" y="1911095"/>
            <a:chExt cx="10619740" cy="2615565"/>
          </a:xfrm>
        </p:grpSpPr>
        <p:pic>
          <p:nvPicPr>
            <p:cNvPr id="8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60838" y="2162713"/>
              <a:ext cx="10532259" cy="2189309"/>
            </a:xfrm>
            <a:prstGeom prst="rect">
              <a:avLst/>
            </a:prstGeom>
          </p:spPr>
        </p:pic>
        <p:sp>
          <p:nvSpPr>
            <p:cNvPr id="9" name="object 8"/>
            <p:cNvSpPr/>
            <p:nvPr/>
          </p:nvSpPr>
          <p:spPr>
            <a:xfrm>
              <a:off x="825246" y="1954529"/>
              <a:ext cx="10361930" cy="1388110"/>
            </a:xfrm>
            <a:custGeom>
              <a:avLst/>
              <a:gdLst/>
              <a:ahLst/>
              <a:cxnLst/>
              <a:rect l="l" t="t" r="r" b="b"/>
              <a:pathLst>
                <a:path w="10361930" h="1388110">
                  <a:moveTo>
                    <a:pt x="10361803" y="1195705"/>
                  </a:moveTo>
                  <a:lnTo>
                    <a:pt x="10349484" y="0"/>
                  </a:lnTo>
                </a:path>
                <a:path w="10361930" h="1388110">
                  <a:moveTo>
                    <a:pt x="0" y="1388110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9"/>
            <p:cNvSpPr/>
            <p:nvPr/>
          </p:nvSpPr>
          <p:spPr>
            <a:xfrm>
              <a:off x="673531" y="1911095"/>
              <a:ext cx="10500995" cy="2441575"/>
            </a:xfrm>
            <a:custGeom>
              <a:avLst/>
              <a:gdLst/>
              <a:ahLst/>
              <a:cxnLst/>
              <a:rect l="l" t="t" r="r" b="b"/>
              <a:pathLst>
                <a:path w="10500995" h="2441575">
                  <a:moveTo>
                    <a:pt x="121577" y="2353818"/>
                  </a:moveTo>
                  <a:lnTo>
                    <a:pt x="92633" y="2354288"/>
                  </a:lnTo>
                  <a:lnTo>
                    <a:pt x="57912" y="262128"/>
                  </a:lnTo>
                  <a:lnTo>
                    <a:pt x="57886" y="261124"/>
                  </a:lnTo>
                  <a:lnTo>
                    <a:pt x="57658" y="247142"/>
                  </a:lnTo>
                  <a:lnTo>
                    <a:pt x="57886" y="260604"/>
                  </a:lnTo>
                  <a:lnTo>
                    <a:pt x="57886" y="261124"/>
                  </a:lnTo>
                  <a:lnTo>
                    <a:pt x="86855" y="260604"/>
                  </a:lnTo>
                  <a:lnTo>
                    <a:pt x="79565" y="246634"/>
                  </a:lnTo>
                  <a:lnTo>
                    <a:pt x="41986" y="174498"/>
                  </a:lnTo>
                  <a:lnTo>
                    <a:pt x="0" y="262128"/>
                  </a:lnTo>
                  <a:lnTo>
                    <a:pt x="28943" y="261620"/>
                  </a:lnTo>
                  <a:lnTo>
                    <a:pt x="28714" y="247142"/>
                  </a:lnTo>
                  <a:lnTo>
                    <a:pt x="28930" y="260604"/>
                  </a:lnTo>
                  <a:lnTo>
                    <a:pt x="28943" y="261620"/>
                  </a:lnTo>
                  <a:lnTo>
                    <a:pt x="63652" y="2353818"/>
                  </a:lnTo>
                  <a:lnTo>
                    <a:pt x="63677" y="2354757"/>
                  </a:lnTo>
                  <a:lnTo>
                    <a:pt x="34721" y="2355215"/>
                  </a:lnTo>
                  <a:lnTo>
                    <a:pt x="79590" y="2441321"/>
                  </a:lnTo>
                  <a:lnTo>
                    <a:pt x="114198" y="2369185"/>
                  </a:lnTo>
                  <a:lnTo>
                    <a:pt x="121577" y="2353818"/>
                  </a:lnTo>
                  <a:close/>
                </a:path>
                <a:path w="10500995" h="2441575">
                  <a:moveTo>
                    <a:pt x="10500690" y="43434"/>
                  </a:moveTo>
                  <a:lnTo>
                    <a:pt x="10471734" y="28956"/>
                  </a:lnTo>
                  <a:lnTo>
                    <a:pt x="10413822" y="0"/>
                  </a:lnTo>
                  <a:lnTo>
                    <a:pt x="10413822" y="28956"/>
                  </a:lnTo>
                  <a:lnTo>
                    <a:pt x="238582" y="28956"/>
                  </a:lnTo>
                  <a:lnTo>
                    <a:pt x="238582" y="0"/>
                  </a:lnTo>
                  <a:lnTo>
                    <a:pt x="151714" y="43434"/>
                  </a:lnTo>
                  <a:lnTo>
                    <a:pt x="238582" y="86868"/>
                  </a:lnTo>
                  <a:lnTo>
                    <a:pt x="238582" y="57912"/>
                  </a:lnTo>
                  <a:lnTo>
                    <a:pt x="10413822" y="57912"/>
                  </a:lnTo>
                  <a:lnTo>
                    <a:pt x="10413822" y="86868"/>
                  </a:lnTo>
                  <a:lnTo>
                    <a:pt x="10471721" y="57912"/>
                  </a:lnTo>
                  <a:lnTo>
                    <a:pt x="10500690" y="4343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0"/>
            <p:cNvSpPr/>
            <p:nvPr/>
          </p:nvSpPr>
          <p:spPr>
            <a:xfrm>
              <a:off x="2795778" y="2445257"/>
              <a:ext cx="6713220" cy="1472565"/>
            </a:xfrm>
            <a:custGeom>
              <a:avLst/>
              <a:gdLst/>
              <a:ahLst/>
              <a:cxnLst/>
              <a:rect l="l" t="t" r="r" b="b"/>
              <a:pathLst>
                <a:path w="6713220" h="1472564">
                  <a:moveTo>
                    <a:pt x="4014216" y="736091"/>
                  </a:moveTo>
                  <a:lnTo>
                    <a:pt x="4030770" y="680786"/>
                  </a:lnTo>
                  <a:lnTo>
                    <a:pt x="4059422" y="645390"/>
                  </a:lnTo>
                  <a:lnTo>
                    <a:pt x="4101298" y="611400"/>
                  </a:lnTo>
                  <a:lnTo>
                    <a:pt x="4155651" y="579012"/>
                  </a:lnTo>
                  <a:lnTo>
                    <a:pt x="4221736" y="548418"/>
                  </a:lnTo>
                  <a:lnTo>
                    <a:pt x="4258944" y="533856"/>
                  </a:lnTo>
                  <a:lnTo>
                    <a:pt x="4298806" y="519815"/>
                  </a:lnTo>
                  <a:lnTo>
                    <a:pt x="4341227" y="506320"/>
                  </a:lnTo>
                  <a:lnTo>
                    <a:pt x="4386115" y="493396"/>
                  </a:lnTo>
                  <a:lnTo>
                    <a:pt x="4433377" y="481067"/>
                  </a:lnTo>
                  <a:lnTo>
                    <a:pt x="4482919" y="469357"/>
                  </a:lnTo>
                  <a:lnTo>
                    <a:pt x="4534648" y="458290"/>
                  </a:lnTo>
                  <a:lnTo>
                    <a:pt x="4588470" y="447891"/>
                  </a:lnTo>
                  <a:lnTo>
                    <a:pt x="4644293" y="438185"/>
                  </a:lnTo>
                  <a:lnTo>
                    <a:pt x="4702024" y="429194"/>
                  </a:lnTo>
                  <a:lnTo>
                    <a:pt x="4761568" y="420945"/>
                  </a:lnTo>
                  <a:lnTo>
                    <a:pt x="4822834" y="413460"/>
                  </a:lnTo>
                  <a:lnTo>
                    <a:pt x="4885726" y="406765"/>
                  </a:lnTo>
                  <a:lnTo>
                    <a:pt x="4950154" y="400884"/>
                  </a:lnTo>
                  <a:lnTo>
                    <a:pt x="5016022" y="395841"/>
                  </a:lnTo>
                  <a:lnTo>
                    <a:pt x="5083238" y="391660"/>
                  </a:lnTo>
                  <a:lnTo>
                    <a:pt x="5151709" y="388366"/>
                  </a:lnTo>
                  <a:lnTo>
                    <a:pt x="5221341" y="385983"/>
                  </a:lnTo>
                  <a:lnTo>
                    <a:pt x="5292042" y="384535"/>
                  </a:lnTo>
                  <a:lnTo>
                    <a:pt x="5363718" y="384047"/>
                  </a:lnTo>
                  <a:lnTo>
                    <a:pt x="5435393" y="384535"/>
                  </a:lnTo>
                  <a:lnTo>
                    <a:pt x="5506094" y="385983"/>
                  </a:lnTo>
                  <a:lnTo>
                    <a:pt x="5575726" y="388366"/>
                  </a:lnTo>
                  <a:lnTo>
                    <a:pt x="5644197" y="391660"/>
                  </a:lnTo>
                  <a:lnTo>
                    <a:pt x="5711413" y="395841"/>
                  </a:lnTo>
                  <a:lnTo>
                    <a:pt x="5777281" y="400884"/>
                  </a:lnTo>
                  <a:lnTo>
                    <a:pt x="5841709" y="406765"/>
                  </a:lnTo>
                  <a:lnTo>
                    <a:pt x="5904601" y="413460"/>
                  </a:lnTo>
                  <a:lnTo>
                    <a:pt x="5965867" y="420945"/>
                  </a:lnTo>
                  <a:lnTo>
                    <a:pt x="6025411" y="429194"/>
                  </a:lnTo>
                  <a:lnTo>
                    <a:pt x="6083142" y="438185"/>
                  </a:lnTo>
                  <a:lnTo>
                    <a:pt x="6138965" y="447891"/>
                  </a:lnTo>
                  <a:lnTo>
                    <a:pt x="6192787" y="458290"/>
                  </a:lnTo>
                  <a:lnTo>
                    <a:pt x="6244516" y="469357"/>
                  </a:lnTo>
                  <a:lnTo>
                    <a:pt x="6294058" y="481067"/>
                  </a:lnTo>
                  <a:lnTo>
                    <a:pt x="6341320" y="493396"/>
                  </a:lnTo>
                  <a:lnTo>
                    <a:pt x="6386208" y="506320"/>
                  </a:lnTo>
                  <a:lnTo>
                    <a:pt x="6428629" y="519815"/>
                  </a:lnTo>
                  <a:lnTo>
                    <a:pt x="6468491" y="533856"/>
                  </a:lnTo>
                  <a:lnTo>
                    <a:pt x="6505699" y="548418"/>
                  </a:lnTo>
                  <a:lnTo>
                    <a:pt x="6571784" y="579012"/>
                  </a:lnTo>
                  <a:lnTo>
                    <a:pt x="6626137" y="611400"/>
                  </a:lnTo>
                  <a:lnTo>
                    <a:pt x="6668013" y="645390"/>
                  </a:lnTo>
                  <a:lnTo>
                    <a:pt x="6696665" y="680786"/>
                  </a:lnTo>
                  <a:lnTo>
                    <a:pt x="6711349" y="717394"/>
                  </a:lnTo>
                  <a:lnTo>
                    <a:pt x="6713220" y="736091"/>
                  </a:lnTo>
                  <a:lnTo>
                    <a:pt x="6711349" y="754789"/>
                  </a:lnTo>
                  <a:lnTo>
                    <a:pt x="6696665" y="791397"/>
                  </a:lnTo>
                  <a:lnTo>
                    <a:pt x="6668013" y="826793"/>
                  </a:lnTo>
                  <a:lnTo>
                    <a:pt x="6626137" y="860783"/>
                  </a:lnTo>
                  <a:lnTo>
                    <a:pt x="6571784" y="893171"/>
                  </a:lnTo>
                  <a:lnTo>
                    <a:pt x="6505699" y="923765"/>
                  </a:lnTo>
                  <a:lnTo>
                    <a:pt x="6468491" y="938327"/>
                  </a:lnTo>
                  <a:lnTo>
                    <a:pt x="6428629" y="952368"/>
                  </a:lnTo>
                  <a:lnTo>
                    <a:pt x="6386208" y="965863"/>
                  </a:lnTo>
                  <a:lnTo>
                    <a:pt x="6341320" y="978787"/>
                  </a:lnTo>
                  <a:lnTo>
                    <a:pt x="6294058" y="991116"/>
                  </a:lnTo>
                  <a:lnTo>
                    <a:pt x="6244516" y="1002826"/>
                  </a:lnTo>
                  <a:lnTo>
                    <a:pt x="6192787" y="1013893"/>
                  </a:lnTo>
                  <a:lnTo>
                    <a:pt x="6138965" y="1024292"/>
                  </a:lnTo>
                  <a:lnTo>
                    <a:pt x="6083142" y="1033998"/>
                  </a:lnTo>
                  <a:lnTo>
                    <a:pt x="6025411" y="1042989"/>
                  </a:lnTo>
                  <a:lnTo>
                    <a:pt x="5965867" y="1051238"/>
                  </a:lnTo>
                  <a:lnTo>
                    <a:pt x="5904601" y="1058723"/>
                  </a:lnTo>
                  <a:lnTo>
                    <a:pt x="5841709" y="1065418"/>
                  </a:lnTo>
                  <a:lnTo>
                    <a:pt x="5777281" y="1071299"/>
                  </a:lnTo>
                  <a:lnTo>
                    <a:pt x="5711413" y="1076342"/>
                  </a:lnTo>
                  <a:lnTo>
                    <a:pt x="5644197" y="1080523"/>
                  </a:lnTo>
                  <a:lnTo>
                    <a:pt x="5575726" y="1083817"/>
                  </a:lnTo>
                  <a:lnTo>
                    <a:pt x="5506094" y="1086200"/>
                  </a:lnTo>
                  <a:lnTo>
                    <a:pt x="5435393" y="1087648"/>
                  </a:lnTo>
                  <a:lnTo>
                    <a:pt x="5363718" y="1088136"/>
                  </a:lnTo>
                  <a:lnTo>
                    <a:pt x="5292042" y="1087648"/>
                  </a:lnTo>
                  <a:lnTo>
                    <a:pt x="5221341" y="1086200"/>
                  </a:lnTo>
                  <a:lnTo>
                    <a:pt x="5151709" y="1083817"/>
                  </a:lnTo>
                  <a:lnTo>
                    <a:pt x="5083238" y="1080523"/>
                  </a:lnTo>
                  <a:lnTo>
                    <a:pt x="5016022" y="1076342"/>
                  </a:lnTo>
                  <a:lnTo>
                    <a:pt x="4950154" y="1071299"/>
                  </a:lnTo>
                  <a:lnTo>
                    <a:pt x="4885726" y="1065418"/>
                  </a:lnTo>
                  <a:lnTo>
                    <a:pt x="4822834" y="1058723"/>
                  </a:lnTo>
                  <a:lnTo>
                    <a:pt x="4761568" y="1051238"/>
                  </a:lnTo>
                  <a:lnTo>
                    <a:pt x="4702024" y="1042989"/>
                  </a:lnTo>
                  <a:lnTo>
                    <a:pt x="4644293" y="1033998"/>
                  </a:lnTo>
                  <a:lnTo>
                    <a:pt x="4588470" y="1024292"/>
                  </a:lnTo>
                  <a:lnTo>
                    <a:pt x="4534648" y="1013893"/>
                  </a:lnTo>
                  <a:lnTo>
                    <a:pt x="4482919" y="1002826"/>
                  </a:lnTo>
                  <a:lnTo>
                    <a:pt x="4433377" y="991116"/>
                  </a:lnTo>
                  <a:lnTo>
                    <a:pt x="4386115" y="978787"/>
                  </a:lnTo>
                  <a:lnTo>
                    <a:pt x="4341227" y="965863"/>
                  </a:lnTo>
                  <a:lnTo>
                    <a:pt x="4298806" y="952368"/>
                  </a:lnTo>
                  <a:lnTo>
                    <a:pt x="4258944" y="938327"/>
                  </a:lnTo>
                  <a:lnTo>
                    <a:pt x="4221736" y="923765"/>
                  </a:lnTo>
                  <a:lnTo>
                    <a:pt x="4155651" y="893171"/>
                  </a:lnTo>
                  <a:lnTo>
                    <a:pt x="4101298" y="860783"/>
                  </a:lnTo>
                  <a:lnTo>
                    <a:pt x="4059422" y="826793"/>
                  </a:lnTo>
                  <a:lnTo>
                    <a:pt x="4030770" y="791397"/>
                  </a:lnTo>
                  <a:lnTo>
                    <a:pt x="4016086" y="754789"/>
                  </a:lnTo>
                  <a:lnTo>
                    <a:pt x="4014216" y="736091"/>
                  </a:lnTo>
                  <a:close/>
                </a:path>
                <a:path w="6713220" h="1472564">
                  <a:moveTo>
                    <a:pt x="3073908" y="690371"/>
                  </a:moveTo>
                  <a:lnTo>
                    <a:pt x="3089154" y="622824"/>
                  </a:lnTo>
                  <a:lnTo>
                    <a:pt x="3132398" y="561409"/>
                  </a:lnTo>
                  <a:lnTo>
                    <a:pt x="3163348" y="533643"/>
                  </a:lnTo>
                  <a:lnTo>
                    <a:pt x="3199892" y="508181"/>
                  </a:lnTo>
                  <a:lnTo>
                    <a:pt x="3241563" y="485281"/>
                  </a:lnTo>
                  <a:lnTo>
                    <a:pt x="3287892" y="465198"/>
                  </a:lnTo>
                  <a:lnTo>
                    <a:pt x="3338410" y="448191"/>
                  </a:lnTo>
                  <a:lnTo>
                    <a:pt x="3392650" y="434515"/>
                  </a:lnTo>
                  <a:lnTo>
                    <a:pt x="3450144" y="424429"/>
                  </a:lnTo>
                  <a:lnTo>
                    <a:pt x="3510422" y="418189"/>
                  </a:lnTo>
                  <a:lnTo>
                    <a:pt x="3573018" y="416051"/>
                  </a:lnTo>
                  <a:lnTo>
                    <a:pt x="3635613" y="418189"/>
                  </a:lnTo>
                  <a:lnTo>
                    <a:pt x="3695891" y="424429"/>
                  </a:lnTo>
                  <a:lnTo>
                    <a:pt x="3753385" y="434515"/>
                  </a:lnTo>
                  <a:lnTo>
                    <a:pt x="3807625" y="448191"/>
                  </a:lnTo>
                  <a:lnTo>
                    <a:pt x="3858143" y="465198"/>
                  </a:lnTo>
                  <a:lnTo>
                    <a:pt x="3904472" y="485281"/>
                  </a:lnTo>
                  <a:lnTo>
                    <a:pt x="3946143" y="508181"/>
                  </a:lnTo>
                  <a:lnTo>
                    <a:pt x="3982687" y="533643"/>
                  </a:lnTo>
                  <a:lnTo>
                    <a:pt x="4013637" y="561409"/>
                  </a:lnTo>
                  <a:lnTo>
                    <a:pt x="4038524" y="591221"/>
                  </a:lnTo>
                  <a:lnTo>
                    <a:pt x="4068238" y="655960"/>
                  </a:lnTo>
                  <a:lnTo>
                    <a:pt x="4072128" y="690371"/>
                  </a:lnTo>
                  <a:lnTo>
                    <a:pt x="4068238" y="724783"/>
                  </a:lnTo>
                  <a:lnTo>
                    <a:pt x="4038524" y="789522"/>
                  </a:lnTo>
                  <a:lnTo>
                    <a:pt x="4013637" y="819334"/>
                  </a:lnTo>
                  <a:lnTo>
                    <a:pt x="3982687" y="847100"/>
                  </a:lnTo>
                  <a:lnTo>
                    <a:pt x="3946143" y="872562"/>
                  </a:lnTo>
                  <a:lnTo>
                    <a:pt x="3904472" y="895462"/>
                  </a:lnTo>
                  <a:lnTo>
                    <a:pt x="3858143" y="915545"/>
                  </a:lnTo>
                  <a:lnTo>
                    <a:pt x="3807625" y="932552"/>
                  </a:lnTo>
                  <a:lnTo>
                    <a:pt x="3753385" y="946228"/>
                  </a:lnTo>
                  <a:lnTo>
                    <a:pt x="3695891" y="956314"/>
                  </a:lnTo>
                  <a:lnTo>
                    <a:pt x="3635613" y="962554"/>
                  </a:lnTo>
                  <a:lnTo>
                    <a:pt x="3573018" y="964691"/>
                  </a:lnTo>
                  <a:lnTo>
                    <a:pt x="3510422" y="962554"/>
                  </a:lnTo>
                  <a:lnTo>
                    <a:pt x="3450144" y="956314"/>
                  </a:lnTo>
                  <a:lnTo>
                    <a:pt x="3392650" y="946228"/>
                  </a:lnTo>
                  <a:lnTo>
                    <a:pt x="3338410" y="932552"/>
                  </a:lnTo>
                  <a:lnTo>
                    <a:pt x="3287892" y="915545"/>
                  </a:lnTo>
                  <a:lnTo>
                    <a:pt x="3241563" y="895462"/>
                  </a:lnTo>
                  <a:lnTo>
                    <a:pt x="3199892" y="872562"/>
                  </a:lnTo>
                  <a:lnTo>
                    <a:pt x="3163348" y="847100"/>
                  </a:lnTo>
                  <a:lnTo>
                    <a:pt x="3132398" y="819334"/>
                  </a:lnTo>
                  <a:lnTo>
                    <a:pt x="3107511" y="789522"/>
                  </a:lnTo>
                  <a:lnTo>
                    <a:pt x="3077797" y="724783"/>
                  </a:lnTo>
                  <a:lnTo>
                    <a:pt x="3073908" y="690371"/>
                  </a:lnTo>
                  <a:close/>
                </a:path>
                <a:path w="6713220" h="1472564">
                  <a:moveTo>
                    <a:pt x="1763268" y="425195"/>
                  </a:moveTo>
                  <a:lnTo>
                    <a:pt x="1774821" y="374805"/>
                  </a:lnTo>
                  <a:lnTo>
                    <a:pt x="1808130" y="327372"/>
                  </a:lnTo>
                  <a:lnTo>
                    <a:pt x="1861170" y="283689"/>
                  </a:lnTo>
                  <a:lnTo>
                    <a:pt x="1894456" y="263502"/>
                  </a:lnTo>
                  <a:lnTo>
                    <a:pt x="1931915" y="244550"/>
                  </a:lnTo>
                  <a:lnTo>
                    <a:pt x="1973294" y="226933"/>
                  </a:lnTo>
                  <a:lnTo>
                    <a:pt x="2018339" y="210748"/>
                  </a:lnTo>
                  <a:lnTo>
                    <a:pt x="2066797" y="196097"/>
                  </a:lnTo>
                  <a:lnTo>
                    <a:pt x="2118416" y="183077"/>
                  </a:lnTo>
                  <a:lnTo>
                    <a:pt x="2172941" y="171788"/>
                  </a:lnTo>
                  <a:lnTo>
                    <a:pt x="2230121" y="162330"/>
                  </a:lnTo>
                  <a:lnTo>
                    <a:pt x="2289700" y="154800"/>
                  </a:lnTo>
                  <a:lnTo>
                    <a:pt x="2351427" y="149299"/>
                  </a:lnTo>
                  <a:lnTo>
                    <a:pt x="2415048" y="145926"/>
                  </a:lnTo>
                  <a:lnTo>
                    <a:pt x="2480310" y="144779"/>
                  </a:lnTo>
                  <a:lnTo>
                    <a:pt x="2545571" y="145926"/>
                  </a:lnTo>
                  <a:lnTo>
                    <a:pt x="2609192" y="149299"/>
                  </a:lnTo>
                  <a:lnTo>
                    <a:pt x="2670919" y="154800"/>
                  </a:lnTo>
                  <a:lnTo>
                    <a:pt x="2730498" y="162330"/>
                  </a:lnTo>
                  <a:lnTo>
                    <a:pt x="2787678" y="171788"/>
                  </a:lnTo>
                  <a:lnTo>
                    <a:pt x="2842203" y="183077"/>
                  </a:lnTo>
                  <a:lnTo>
                    <a:pt x="2893822" y="196097"/>
                  </a:lnTo>
                  <a:lnTo>
                    <a:pt x="2942280" y="210748"/>
                  </a:lnTo>
                  <a:lnTo>
                    <a:pt x="2987325" y="226933"/>
                  </a:lnTo>
                  <a:lnTo>
                    <a:pt x="3028704" y="244550"/>
                  </a:lnTo>
                  <a:lnTo>
                    <a:pt x="3066163" y="263502"/>
                  </a:lnTo>
                  <a:lnTo>
                    <a:pt x="3099449" y="283689"/>
                  </a:lnTo>
                  <a:lnTo>
                    <a:pt x="3152489" y="327372"/>
                  </a:lnTo>
                  <a:lnTo>
                    <a:pt x="3185798" y="374805"/>
                  </a:lnTo>
                  <a:lnTo>
                    <a:pt x="3197352" y="425195"/>
                  </a:lnTo>
                  <a:lnTo>
                    <a:pt x="3194421" y="450711"/>
                  </a:lnTo>
                  <a:lnTo>
                    <a:pt x="3171736" y="499722"/>
                  </a:lnTo>
                  <a:lnTo>
                    <a:pt x="3128308" y="545379"/>
                  </a:lnTo>
                  <a:lnTo>
                    <a:pt x="3066163" y="586889"/>
                  </a:lnTo>
                  <a:lnTo>
                    <a:pt x="3028704" y="605841"/>
                  </a:lnTo>
                  <a:lnTo>
                    <a:pt x="2987325" y="623458"/>
                  </a:lnTo>
                  <a:lnTo>
                    <a:pt x="2942280" y="639643"/>
                  </a:lnTo>
                  <a:lnTo>
                    <a:pt x="2893822" y="654294"/>
                  </a:lnTo>
                  <a:lnTo>
                    <a:pt x="2842203" y="667314"/>
                  </a:lnTo>
                  <a:lnTo>
                    <a:pt x="2787678" y="678603"/>
                  </a:lnTo>
                  <a:lnTo>
                    <a:pt x="2730498" y="688061"/>
                  </a:lnTo>
                  <a:lnTo>
                    <a:pt x="2670919" y="695591"/>
                  </a:lnTo>
                  <a:lnTo>
                    <a:pt x="2609192" y="701092"/>
                  </a:lnTo>
                  <a:lnTo>
                    <a:pt x="2545571" y="704465"/>
                  </a:lnTo>
                  <a:lnTo>
                    <a:pt x="2480310" y="705612"/>
                  </a:lnTo>
                  <a:lnTo>
                    <a:pt x="2415048" y="704465"/>
                  </a:lnTo>
                  <a:lnTo>
                    <a:pt x="2351427" y="701092"/>
                  </a:lnTo>
                  <a:lnTo>
                    <a:pt x="2289700" y="695591"/>
                  </a:lnTo>
                  <a:lnTo>
                    <a:pt x="2230121" y="688061"/>
                  </a:lnTo>
                  <a:lnTo>
                    <a:pt x="2172941" y="678603"/>
                  </a:lnTo>
                  <a:lnTo>
                    <a:pt x="2118416" y="667314"/>
                  </a:lnTo>
                  <a:lnTo>
                    <a:pt x="2066797" y="654294"/>
                  </a:lnTo>
                  <a:lnTo>
                    <a:pt x="2018339" y="639643"/>
                  </a:lnTo>
                  <a:lnTo>
                    <a:pt x="1973294" y="623458"/>
                  </a:lnTo>
                  <a:lnTo>
                    <a:pt x="1931915" y="605841"/>
                  </a:lnTo>
                  <a:lnTo>
                    <a:pt x="1894456" y="586889"/>
                  </a:lnTo>
                  <a:lnTo>
                    <a:pt x="1861170" y="566702"/>
                  </a:lnTo>
                  <a:lnTo>
                    <a:pt x="1808130" y="523019"/>
                  </a:lnTo>
                  <a:lnTo>
                    <a:pt x="1774821" y="475586"/>
                  </a:lnTo>
                  <a:lnTo>
                    <a:pt x="1763268" y="425195"/>
                  </a:lnTo>
                  <a:close/>
                </a:path>
                <a:path w="6713220" h="1472564">
                  <a:moveTo>
                    <a:pt x="0" y="736091"/>
                  </a:moveTo>
                  <a:lnTo>
                    <a:pt x="1539" y="692841"/>
                  </a:lnTo>
                  <a:lnTo>
                    <a:pt x="6101" y="650249"/>
                  </a:lnTo>
                  <a:lnTo>
                    <a:pt x="13599" y="608383"/>
                  </a:lnTo>
                  <a:lnTo>
                    <a:pt x="23950" y="567314"/>
                  </a:lnTo>
                  <a:lnTo>
                    <a:pt x="37068" y="527110"/>
                  </a:lnTo>
                  <a:lnTo>
                    <a:pt x="52868" y="487840"/>
                  </a:lnTo>
                  <a:lnTo>
                    <a:pt x="71264" y="449574"/>
                  </a:lnTo>
                  <a:lnTo>
                    <a:pt x="92173" y="412379"/>
                  </a:lnTo>
                  <a:lnTo>
                    <a:pt x="115508" y="376326"/>
                  </a:lnTo>
                  <a:lnTo>
                    <a:pt x="141184" y="341484"/>
                  </a:lnTo>
                  <a:lnTo>
                    <a:pt x="169117" y="307920"/>
                  </a:lnTo>
                  <a:lnTo>
                    <a:pt x="199221" y="275706"/>
                  </a:lnTo>
                  <a:lnTo>
                    <a:pt x="231412" y="244909"/>
                  </a:lnTo>
                  <a:lnTo>
                    <a:pt x="265604" y="215598"/>
                  </a:lnTo>
                  <a:lnTo>
                    <a:pt x="301712" y="187843"/>
                  </a:lnTo>
                  <a:lnTo>
                    <a:pt x="339652" y="161712"/>
                  </a:lnTo>
                  <a:lnTo>
                    <a:pt x="379337" y="137276"/>
                  </a:lnTo>
                  <a:lnTo>
                    <a:pt x="420683" y="114601"/>
                  </a:lnTo>
                  <a:lnTo>
                    <a:pt x="463605" y="93759"/>
                  </a:lnTo>
                  <a:lnTo>
                    <a:pt x="508018" y="74818"/>
                  </a:lnTo>
                  <a:lnTo>
                    <a:pt x="553837" y="57846"/>
                  </a:lnTo>
                  <a:lnTo>
                    <a:pt x="600976" y="42913"/>
                  </a:lnTo>
                  <a:lnTo>
                    <a:pt x="649350" y="30088"/>
                  </a:lnTo>
                  <a:lnTo>
                    <a:pt x="698876" y="19440"/>
                  </a:lnTo>
                  <a:lnTo>
                    <a:pt x="749466" y="11039"/>
                  </a:lnTo>
                  <a:lnTo>
                    <a:pt x="801037" y="4952"/>
                  </a:lnTo>
                  <a:lnTo>
                    <a:pt x="853503" y="1249"/>
                  </a:lnTo>
                  <a:lnTo>
                    <a:pt x="906780" y="0"/>
                  </a:lnTo>
                  <a:lnTo>
                    <a:pt x="960056" y="1249"/>
                  </a:lnTo>
                  <a:lnTo>
                    <a:pt x="1012522" y="4952"/>
                  </a:lnTo>
                  <a:lnTo>
                    <a:pt x="1064093" y="11039"/>
                  </a:lnTo>
                  <a:lnTo>
                    <a:pt x="1114683" y="19440"/>
                  </a:lnTo>
                  <a:lnTo>
                    <a:pt x="1164209" y="30088"/>
                  </a:lnTo>
                  <a:lnTo>
                    <a:pt x="1212583" y="42913"/>
                  </a:lnTo>
                  <a:lnTo>
                    <a:pt x="1259722" y="57846"/>
                  </a:lnTo>
                  <a:lnTo>
                    <a:pt x="1305541" y="74818"/>
                  </a:lnTo>
                  <a:lnTo>
                    <a:pt x="1349954" y="93759"/>
                  </a:lnTo>
                  <a:lnTo>
                    <a:pt x="1392876" y="114601"/>
                  </a:lnTo>
                  <a:lnTo>
                    <a:pt x="1434222" y="137276"/>
                  </a:lnTo>
                  <a:lnTo>
                    <a:pt x="1473907" y="161712"/>
                  </a:lnTo>
                  <a:lnTo>
                    <a:pt x="1511847" y="187843"/>
                  </a:lnTo>
                  <a:lnTo>
                    <a:pt x="1547955" y="215598"/>
                  </a:lnTo>
                  <a:lnTo>
                    <a:pt x="1582147" y="244909"/>
                  </a:lnTo>
                  <a:lnTo>
                    <a:pt x="1614338" y="275706"/>
                  </a:lnTo>
                  <a:lnTo>
                    <a:pt x="1644442" y="307920"/>
                  </a:lnTo>
                  <a:lnTo>
                    <a:pt x="1672375" y="341484"/>
                  </a:lnTo>
                  <a:lnTo>
                    <a:pt x="1698051" y="376326"/>
                  </a:lnTo>
                  <a:lnTo>
                    <a:pt x="1721386" y="412379"/>
                  </a:lnTo>
                  <a:lnTo>
                    <a:pt x="1742295" y="449574"/>
                  </a:lnTo>
                  <a:lnTo>
                    <a:pt x="1760691" y="487840"/>
                  </a:lnTo>
                  <a:lnTo>
                    <a:pt x="1776491" y="527110"/>
                  </a:lnTo>
                  <a:lnTo>
                    <a:pt x="1789609" y="567314"/>
                  </a:lnTo>
                  <a:lnTo>
                    <a:pt x="1799960" y="608383"/>
                  </a:lnTo>
                  <a:lnTo>
                    <a:pt x="1807458" y="650249"/>
                  </a:lnTo>
                  <a:lnTo>
                    <a:pt x="1812020" y="692841"/>
                  </a:lnTo>
                  <a:lnTo>
                    <a:pt x="1813560" y="736091"/>
                  </a:lnTo>
                  <a:lnTo>
                    <a:pt x="1812020" y="779342"/>
                  </a:lnTo>
                  <a:lnTo>
                    <a:pt x="1807458" y="821934"/>
                  </a:lnTo>
                  <a:lnTo>
                    <a:pt x="1799960" y="863800"/>
                  </a:lnTo>
                  <a:lnTo>
                    <a:pt x="1789609" y="904869"/>
                  </a:lnTo>
                  <a:lnTo>
                    <a:pt x="1776491" y="945073"/>
                  </a:lnTo>
                  <a:lnTo>
                    <a:pt x="1760691" y="984343"/>
                  </a:lnTo>
                  <a:lnTo>
                    <a:pt x="1742295" y="1022609"/>
                  </a:lnTo>
                  <a:lnTo>
                    <a:pt x="1721386" y="1059804"/>
                  </a:lnTo>
                  <a:lnTo>
                    <a:pt x="1698051" y="1095857"/>
                  </a:lnTo>
                  <a:lnTo>
                    <a:pt x="1672375" y="1130699"/>
                  </a:lnTo>
                  <a:lnTo>
                    <a:pt x="1644442" y="1164263"/>
                  </a:lnTo>
                  <a:lnTo>
                    <a:pt x="1614338" y="1196477"/>
                  </a:lnTo>
                  <a:lnTo>
                    <a:pt x="1582147" y="1227274"/>
                  </a:lnTo>
                  <a:lnTo>
                    <a:pt x="1547955" y="1256585"/>
                  </a:lnTo>
                  <a:lnTo>
                    <a:pt x="1511847" y="1284340"/>
                  </a:lnTo>
                  <a:lnTo>
                    <a:pt x="1473907" y="1310471"/>
                  </a:lnTo>
                  <a:lnTo>
                    <a:pt x="1434222" y="1334907"/>
                  </a:lnTo>
                  <a:lnTo>
                    <a:pt x="1392876" y="1357582"/>
                  </a:lnTo>
                  <a:lnTo>
                    <a:pt x="1349954" y="1378424"/>
                  </a:lnTo>
                  <a:lnTo>
                    <a:pt x="1305541" y="1397365"/>
                  </a:lnTo>
                  <a:lnTo>
                    <a:pt x="1259722" y="1414337"/>
                  </a:lnTo>
                  <a:lnTo>
                    <a:pt x="1212583" y="1429270"/>
                  </a:lnTo>
                  <a:lnTo>
                    <a:pt x="1164209" y="1442095"/>
                  </a:lnTo>
                  <a:lnTo>
                    <a:pt x="1114683" y="1452743"/>
                  </a:lnTo>
                  <a:lnTo>
                    <a:pt x="1064093" y="1461144"/>
                  </a:lnTo>
                  <a:lnTo>
                    <a:pt x="1012522" y="1467231"/>
                  </a:lnTo>
                  <a:lnTo>
                    <a:pt x="960056" y="1470934"/>
                  </a:lnTo>
                  <a:lnTo>
                    <a:pt x="906780" y="1472183"/>
                  </a:lnTo>
                  <a:lnTo>
                    <a:pt x="853503" y="1470934"/>
                  </a:lnTo>
                  <a:lnTo>
                    <a:pt x="801037" y="1467231"/>
                  </a:lnTo>
                  <a:lnTo>
                    <a:pt x="749466" y="1461144"/>
                  </a:lnTo>
                  <a:lnTo>
                    <a:pt x="698876" y="1452743"/>
                  </a:lnTo>
                  <a:lnTo>
                    <a:pt x="649350" y="1442095"/>
                  </a:lnTo>
                  <a:lnTo>
                    <a:pt x="600976" y="1429270"/>
                  </a:lnTo>
                  <a:lnTo>
                    <a:pt x="553837" y="1414337"/>
                  </a:lnTo>
                  <a:lnTo>
                    <a:pt x="508018" y="1397365"/>
                  </a:lnTo>
                  <a:lnTo>
                    <a:pt x="463605" y="1378424"/>
                  </a:lnTo>
                  <a:lnTo>
                    <a:pt x="420683" y="1357582"/>
                  </a:lnTo>
                  <a:lnTo>
                    <a:pt x="379337" y="1334907"/>
                  </a:lnTo>
                  <a:lnTo>
                    <a:pt x="339652" y="1310471"/>
                  </a:lnTo>
                  <a:lnTo>
                    <a:pt x="301712" y="1284340"/>
                  </a:lnTo>
                  <a:lnTo>
                    <a:pt x="265604" y="1256585"/>
                  </a:lnTo>
                  <a:lnTo>
                    <a:pt x="231412" y="1227274"/>
                  </a:lnTo>
                  <a:lnTo>
                    <a:pt x="199221" y="1196477"/>
                  </a:lnTo>
                  <a:lnTo>
                    <a:pt x="169117" y="1164263"/>
                  </a:lnTo>
                  <a:lnTo>
                    <a:pt x="141184" y="1130699"/>
                  </a:lnTo>
                  <a:lnTo>
                    <a:pt x="115508" y="1095857"/>
                  </a:lnTo>
                  <a:lnTo>
                    <a:pt x="92173" y="1059804"/>
                  </a:lnTo>
                  <a:lnTo>
                    <a:pt x="71264" y="1022609"/>
                  </a:lnTo>
                  <a:lnTo>
                    <a:pt x="52868" y="984343"/>
                  </a:lnTo>
                  <a:lnTo>
                    <a:pt x="37068" y="945073"/>
                  </a:lnTo>
                  <a:lnTo>
                    <a:pt x="23950" y="904869"/>
                  </a:lnTo>
                  <a:lnTo>
                    <a:pt x="13599" y="863800"/>
                  </a:lnTo>
                  <a:lnTo>
                    <a:pt x="6101" y="821934"/>
                  </a:lnTo>
                  <a:lnTo>
                    <a:pt x="1539" y="779342"/>
                  </a:lnTo>
                  <a:lnTo>
                    <a:pt x="0" y="736091"/>
                  </a:lnTo>
                  <a:close/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1"/>
            <p:cNvSpPr/>
            <p:nvPr/>
          </p:nvSpPr>
          <p:spPr>
            <a:xfrm>
              <a:off x="1216913" y="3016757"/>
              <a:ext cx="9834880" cy="1490980"/>
            </a:xfrm>
            <a:custGeom>
              <a:avLst/>
              <a:gdLst/>
              <a:ahLst/>
              <a:cxnLst/>
              <a:rect l="l" t="t" r="r" b="b"/>
              <a:pathLst>
                <a:path w="9834880" h="1490979">
                  <a:moveTo>
                    <a:pt x="0" y="542543"/>
                  </a:moveTo>
                  <a:lnTo>
                    <a:pt x="10270" y="497058"/>
                  </a:lnTo>
                  <a:lnTo>
                    <a:pt x="40056" y="453768"/>
                  </a:lnTo>
                  <a:lnTo>
                    <a:pt x="87823" y="413197"/>
                  </a:lnTo>
                  <a:lnTo>
                    <a:pt x="152033" y="375868"/>
                  </a:lnTo>
                  <a:lnTo>
                    <a:pt x="189824" y="358584"/>
                  </a:lnTo>
                  <a:lnTo>
                    <a:pt x="231150" y="342306"/>
                  </a:lnTo>
                  <a:lnTo>
                    <a:pt x="275819" y="327100"/>
                  </a:lnTo>
                  <a:lnTo>
                    <a:pt x="323638" y="313033"/>
                  </a:lnTo>
                  <a:lnTo>
                    <a:pt x="374417" y="300168"/>
                  </a:lnTo>
                  <a:lnTo>
                    <a:pt x="427961" y="288572"/>
                  </a:lnTo>
                  <a:lnTo>
                    <a:pt x="484081" y="278309"/>
                  </a:lnTo>
                  <a:lnTo>
                    <a:pt x="542582" y="269447"/>
                  </a:lnTo>
                  <a:lnTo>
                    <a:pt x="603275" y="262048"/>
                  </a:lnTo>
                  <a:lnTo>
                    <a:pt x="665965" y="256180"/>
                  </a:lnTo>
                  <a:lnTo>
                    <a:pt x="730462" y="251908"/>
                  </a:lnTo>
                  <a:lnTo>
                    <a:pt x="796574" y="249297"/>
                  </a:lnTo>
                  <a:lnTo>
                    <a:pt x="864108" y="248412"/>
                  </a:lnTo>
                  <a:lnTo>
                    <a:pt x="931641" y="249297"/>
                  </a:lnTo>
                  <a:lnTo>
                    <a:pt x="997753" y="251908"/>
                  </a:lnTo>
                  <a:lnTo>
                    <a:pt x="1062250" y="256180"/>
                  </a:lnTo>
                  <a:lnTo>
                    <a:pt x="1124940" y="262048"/>
                  </a:lnTo>
                  <a:lnTo>
                    <a:pt x="1185633" y="269447"/>
                  </a:lnTo>
                  <a:lnTo>
                    <a:pt x="1244134" y="278309"/>
                  </a:lnTo>
                  <a:lnTo>
                    <a:pt x="1300254" y="288572"/>
                  </a:lnTo>
                  <a:lnTo>
                    <a:pt x="1353798" y="300168"/>
                  </a:lnTo>
                  <a:lnTo>
                    <a:pt x="1404577" y="313033"/>
                  </a:lnTo>
                  <a:lnTo>
                    <a:pt x="1452396" y="327100"/>
                  </a:lnTo>
                  <a:lnTo>
                    <a:pt x="1497065" y="342306"/>
                  </a:lnTo>
                  <a:lnTo>
                    <a:pt x="1538391" y="358584"/>
                  </a:lnTo>
                  <a:lnTo>
                    <a:pt x="1576182" y="375868"/>
                  </a:lnTo>
                  <a:lnTo>
                    <a:pt x="1610247" y="394095"/>
                  </a:lnTo>
                  <a:lnTo>
                    <a:pt x="1666427" y="433110"/>
                  </a:lnTo>
                  <a:lnTo>
                    <a:pt x="1705395" y="475105"/>
                  </a:lnTo>
                  <a:lnTo>
                    <a:pt x="1725616" y="519559"/>
                  </a:lnTo>
                  <a:lnTo>
                    <a:pt x="1728216" y="542543"/>
                  </a:lnTo>
                  <a:lnTo>
                    <a:pt x="1725616" y="565528"/>
                  </a:lnTo>
                  <a:lnTo>
                    <a:pt x="1705395" y="609982"/>
                  </a:lnTo>
                  <a:lnTo>
                    <a:pt x="1666427" y="651977"/>
                  </a:lnTo>
                  <a:lnTo>
                    <a:pt x="1610247" y="690992"/>
                  </a:lnTo>
                  <a:lnTo>
                    <a:pt x="1576182" y="709219"/>
                  </a:lnTo>
                  <a:lnTo>
                    <a:pt x="1538391" y="726503"/>
                  </a:lnTo>
                  <a:lnTo>
                    <a:pt x="1497065" y="742781"/>
                  </a:lnTo>
                  <a:lnTo>
                    <a:pt x="1452396" y="757987"/>
                  </a:lnTo>
                  <a:lnTo>
                    <a:pt x="1404577" y="772054"/>
                  </a:lnTo>
                  <a:lnTo>
                    <a:pt x="1353798" y="784919"/>
                  </a:lnTo>
                  <a:lnTo>
                    <a:pt x="1300254" y="796515"/>
                  </a:lnTo>
                  <a:lnTo>
                    <a:pt x="1244134" y="806778"/>
                  </a:lnTo>
                  <a:lnTo>
                    <a:pt x="1185633" y="815640"/>
                  </a:lnTo>
                  <a:lnTo>
                    <a:pt x="1124940" y="823039"/>
                  </a:lnTo>
                  <a:lnTo>
                    <a:pt x="1062250" y="828907"/>
                  </a:lnTo>
                  <a:lnTo>
                    <a:pt x="997753" y="833179"/>
                  </a:lnTo>
                  <a:lnTo>
                    <a:pt x="931641" y="835790"/>
                  </a:lnTo>
                  <a:lnTo>
                    <a:pt x="864108" y="836675"/>
                  </a:lnTo>
                  <a:lnTo>
                    <a:pt x="796574" y="835790"/>
                  </a:lnTo>
                  <a:lnTo>
                    <a:pt x="730462" y="833179"/>
                  </a:lnTo>
                  <a:lnTo>
                    <a:pt x="665965" y="828907"/>
                  </a:lnTo>
                  <a:lnTo>
                    <a:pt x="603275" y="823039"/>
                  </a:lnTo>
                  <a:lnTo>
                    <a:pt x="542582" y="815640"/>
                  </a:lnTo>
                  <a:lnTo>
                    <a:pt x="484081" y="806778"/>
                  </a:lnTo>
                  <a:lnTo>
                    <a:pt x="427961" y="796515"/>
                  </a:lnTo>
                  <a:lnTo>
                    <a:pt x="374417" y="784919"/>
                  </a:lnTo>
                  <a:lnTo>
                    <a:pt x="323638" y="772054"/>
                  </a:lnTo>
                  <a:lnTo>
                    <a:pt x="275819" y="757987"/>
                  </a:lnTo>
                  <a:lnTo>
                    <a:pt x="231150" y="742781"/>
                  </a:lnTo>
                  <a:lnTo>
                    <a:pt x="189824" y="726503"/>
                  </a:lnTo>
                  <a:lnTo>
                    <a:pt x="152033" y="709219"/>
                  </a:lnTo>
                  <a:lnTo>
                    <a:pt x="117968" y="690992"/>
                  </a:lnTo>
                  <a:lnTo>
                    <a:pt x="61788" y="651977"/>
                  </a:lnTo>
                  <a:lnTo>
                    <a:pt x="22820" y="609982"/>
                  </a:lnTo>
                  <a:lnTo>
                    <a:pt x="2599" y="565528"/>
                  </a:lnTo>
                  <a:lnTo>
                    <a:pt x="0" y="542543"/>
                  </a:lnTo>
                  <a:close/>
                </a:path>
                <a:path w="9834880" h="1490979">
                  <a:moveTo>
                    <a:pt x="7766304" y="745235"/>
                  </a:moveTo>
                  <a:lnTo>
                    <a:pt x="7767737" y="705655"/>
                  </a:lnTo>
                  <a:lnTo>
                    <a:pt x="7771989" y="666612"/>
                  </a:lnTo>
                  <a:lnTo>
                    <a:pt x="7778988" y="628159"/>
                  </a:lnTo>
                  <a:lnTo>
                    <a:pt x="7788663" y="590348"/>
                  </a:lnTo>
                  <a:lnTo>
                    <a:pt x="7800943" y="553229"/>
                  </a:lnTo>
                  <a:lnTo>
                    <a:pt x="7815755" y="516855"/>
                  </a:lnTo>
                  <a:lnTo>
                    <a:pt x="7833030" y="481276"/>
                  </a:lnTo>
                  <a:lnTo>
                    <a:pt x="7852694" y="446545"/>
                  </a:lnTo>
                  <a:lnTo>
                    <a:pt x="7874677" y="412713"/>
                  </a:lnTo>
                  <a:lnTo>
                    <a:pt x="7898907" y="379830"/>
                  </a:lnTo>
                  <a:lnTo>
                    <a:pt x="7925313" y="347950"/>
                  </a:lnTo>
                  <a:lnTo>
                    <a:pt x="7953824" y="317123"/>
                  </a:lnTo>
                  <a:lnTo>
                    <a:pt x="7984367" y="287400"/>
                  </a:lnTo>
                  <a:lnTo>
                    <a:pt x="8016872" y="258834"/>
                  </a:lnTo>
                  <a:lnTo>
                    <a:pt x="8051267" y="231475"/>
                  </a:lnTo>
                  <a:lnTo>
                    <a:pt x="8087481" y="205376"/>
                  </a:lnTo>
                  <a:lnTo>
                    <a:pt x="8125441" y="180587"/>
                  </a:lnTo>
                  <a:lnTo>
                    <a:pt x="8165078" y="157160"/>
                  </a:lnTo>
                  <a:lnTo>
                    <a:pt x="8206318" y="135148"/>
                  </a:lnTo>
                  <a:lnTo>
                    <a:pt x="8249092" y="114600"/>
                  </a:lnTo>
                  <a:lnTo>
                    <a:pt x="8293327" y="95569"/>
                  </a:lnTo>
                  <a:lnTo>
                    <a:pt x="8338952" y="78106"/>
                  </a:lnTo>
                  <a:lnTo>
                    <a:pt x="8385895" y="62262"/>
                  </a:lnTo>
                  <a:lnTo>
                    <a:pt x="8434086" y="48090"/>
                  </a:lnTo>
                  <a:lnTo>
                    <a:pt x="8483452" y="35640"/>
                  </a:lnTo>
                  <a:lnTo>
                    <a:pt x="8533923" y="24964"/>
                  </a:lnTo>
                  <a:lnTo>
                    <a:pt x="8585426" y="16114"/>
                  </a:lnTo>
                  <a:lnTo>
                    <a:pt x="8637890" y="9141"/>
                  </a:lnTo>
                  <a:lnTo>
                    <a:pt x="8691245" y="4097"/>
                  </a:lnTo>
                  <a:lnTo>
                    <a:pt x="8745418" y="1032"/>
                  </a:lnTo>
                  <a:lnTo>
                    <a:pt x="8800338" y="0"/>
                  </a:lnTo>
                  <a:lnTo>
                    <a:pt x="8855257" y="1032"/>
                  </a:lnTo>
                  <a:lnTo>
                    <a:pt x="8909430" y="4097"/>
                  </a:lnTo>
                  <a:lnTo>
                    <a:pt x="8962785" y="9141"/>
                  </a:lnTo>
                  <a:lnTo>
                    <a:pt x="9015249" y="16114"/>
                  </a:lnTo>
                  <a:lnTo>
                    <a:pt x="9066752" y="24964"/>
                  </a:lnTo>
                  <a:lnTo>
                    <a:pt x="9117223" y="35640"/>
                  </a:lnTo>
                  <a:lnTo>
                    <a:pt x="9166589" y="48090"/>
                  </a:lnTo>
                  <a:lnTo>
                    <a:pt x="9214780" y="62262"/>
                  </a:lnTo>
                  <a:lnTo>
                    <a:pt x="9261723" y="78106"/>
                  </a:lnTo>
                  <a:lnTo>
                    <a:pt x="9307348" y="95569"/>
                  </a:lnTo>
                  <a:lnTo>
                    <a:pt x="9351583" y="114600"/>
                  </a:lnTo>
                  <a:lnTo>
                    <a:pt x="9394357" y="135148"/>
                  </a:lnTo>
                  <a:lnTo>
                    <a:pt x="9435597" y="157160"/>
                  </a:lnTo>
                  <a:lnTo>
                    <a:pt x="9475234" y="180587"/>
                  </a:lnTo>
                  <a:lnTo>
                    <a:pt x="9513194" y="205376"/>
                  </a:lnTo>
                  <a:lnTo>
                    <a:pt x="9549408" y="231475"/>
                  </a:lnTo>
                  <a:lnTo>
                    <a:pt x="9583803" y="258834"/>
                  </a:lnTo>
                  <a:lnTo>
                    <a:pt x="9616308" y="287400"/>
                  </a:lnTo>
                  <a:lnTo>
                    <a:pt x="9646851" y="317123"/>
                  </a:lnTo>
                  <a:lnTo>
                    <a:pt x="9675362" y="347950"/>
                  </a:lnTo>
                  <a:lnTo>
                    <a:pt x="9701768" y="379830"/>
                  </a:lnTo>
                  <a:lnTo>
                    <a:pt x="9725998" y="412713"/>
                  </a:lnTo>
                  <a:lnTo>
                    <a:pt x="9747981" y="446545"/>
                  </a:lnTo>
                  <a:lnTo>
                    <a:pt x="9767645" y="481276"/>
                  </a:lnTo>
                  <a:lnTo>
                    <a:pt x="9784920" y="516855"/>
                  </a:lnTo>
                  <a:lnTo>
                    <a:pt x="9799732" y="553229"/>
                  </a:lnTo>
                  <a:lnTo>
                    <a:pt x="9812012" y="590348"/>
                  </a:lnTo>
                  <a:lnTo>
                    <a:pt x="9821687" y="628159"/>
                  </a:lnTo>
                  <a:lnTo>
                    <a:pt x="9828686" y="666612"/>
                  </a:lnTo>
                  <a:lnTo>
                    <a:pt x="9832938" y="705655"/>
                  </a:lnTo>
                  <a:lnTo>
                    <a:pt x="9834371" y="745235"/>
                  </a:lnTo>
                  <a:lnTo>
                    <a:pt x="9832938" y="784816"/>
                  </a:lnTo>
                  <a:lnTo>
                    <a:pt x="9828686" y="823859"/>
                  </a:lnTo>
                  <a:lnTo>
                    <a:pt x="9821687" y="862312"/>
                  </a:lnTo>
                  <a:lnTo>
                    <a:pt x="9812012" y="900123"/>
                  </a:lnTo>
                  <a:lnTo>
                    <a:pt x="9799732" y="937242"/>
                  </a:lnTo>
                  <a:lnTo>
                    <a:pt x="9784920" y="973616"/>
                  </a:lnTo>
                  <a:lnTo>
                    <a:pt x="9767645" y="1009195"/>
                  </a:lnTo>
                  <a:lnTo>
                    <a:pt x="9747981" y="1043926"/>
                  </a:lnTo>
                  <a:lnTo>
                    <a:pt x="9725998" y="1077758"/>
                  </a:lnTo>
                  <a:lnTo>
                    <a:pt x="9701768" y="1110641"/>
                  </a:lnTo>
                  <a:lnTo>
                    <a:pt x="9675362" y="1142521"/>
                  </a:lnTo>
                  <a:lnTo>
                    <a:pt x="9646851" y="1173348"/>
                  </a:lnTo>
                  <a:lnTo>
                    <a:pt x="9616308" y="1203071"/>
                  </a:lnTo>
                  <a:lnTo>
                    <a:pt x="9583803" y="1231637"/>
                  </a:lnTo>
                  <a:lnTo>
                    <a:pt x="9549408" y="1258996"/>
                  </a:lnTo>
                  <a:lnTo>
                    <a:pt x="9513194" y="1285095"/>
                  </a:lnTo>
                  <a:lnTo>
                    <a:pt x="9475234" y="1309884"/>
                  </a:lnTo>
                  <a:lnTo>
                    <a:pt x="9435597" y="1333311"/>
                  </a:lnTo>
                  <a:lnTo>
                    <a:pt x="9394357" y="1355323"/>
                  </a:lnTo>
                  <a:lnTo>
                    <a:pt x="9351583" y="1375871"/>
                  </a:lnTo>
                  <a:lnTo>
                    <a:pt x="9307348" y="1394902"/>
                  </a:lnTo>
                  <a:lnTo>
                    <a:pt x="9261723" y="1412365"/>
                  </a:lnTo>
                  <a:lnTo>
                    <a:pt x="9214780" y="1428209"/>
                  </a:lnTo>
                  <a:lnTo>
                    <a:pt x="9166589" y="1442381"/>
                  </a:lnTo>
                  <a:lnTo>
                    <a:pt x="9117223" y="1454831"/>
                  </a:lnTo>
                  <a:lnTo>
                    <a:pt x="9066752" y="1465507"/>
                  </a:lnTo>
                  <a:lnTo>
                    <a:pt x="9015249" y="1474357"/>
                  </a:lnTo>
                  <a:lnTo>
                    <a:pt x="8962785" y="1481330"/>
                  </a:lnTo>
                  <a:lnTo>
                    <a:pt x="8909430" y="1486374"/>
                  </a:lnTo>
                  <a:lnTo>
                    <a:pt x="8855257" y="1489439"/>
                  </a:lnTo>
                  <a:lnTo>
                    <a:pt x="8800338" y="1490471"/>
                  </a:lnTo>
                  <a:lnTo>
                    <a:pt x="8745418" y="1489439"/>
                  </a:lnTo>
                  <a:lnTo>
                    <a:pt x="8691245" y="1486374"/>
                  </a:lnTo>
                  <a:lnTo>
                    <a:pt x="8637890" y="1481330"/>
                  </a:lnTo>
                  <a:lnTo>
                    <a:pt x="8585426" y="1474357"/>
                  </a:lnTo>
                  <a:lnTo>
                    <a:pt x="8533923" y="1465507"/>
                  </a:lnTo>
                  <a:lnTo>
                    <a:pt x="8483452" y="1454831"/>
                  </a:lnTo>
                  <a:lnTo>
                    <a:pt x="8434086" y="1442381"/>
                  </a:lnTo>
                  <a:lnTo>
                    <a:pt x="8385895" y="1428209"/>
                  </a:lnTo>
                  <a:lnTo>
                    <a:pt x="8338952" y="1412365"/>
                  </a:lnTo>
                  <a:lnTo>
                    <a:pt x="8293327" y="1394902"/>
                  </a:lnTo>
                  <a:lnTo>
                    <a:pt x="8249092" y="1375871"/>
                  </a:lnTo>
                  <a:lnTo>
                    <a:pt x="8206318" y="1355323"/>
                  </a:lnTo>
                  <a:lnTo>
                    <a:pt x="8165078" y="1333311"/>
                  </a:lnTo>
                  <a:lnTo>
                    <a:pt x="8125441" y="1309884"/>
                  </a:lnTo>
                  <a:lnTo>
                    <a:pt x="8087481" y="1285095"/>
                  </a:lnTo>
                  <a:lnTo>
                    <a:pt x="8051267" y="1258996"/>
                  </a:lnTo>
                  <a:lnTo>
                    <a:pt x="8016872" y="1231637"/>
                  </a:lnTo>
                  <a:lnTo>
                    <a:pt x="7984367" y="1203071"/>
                  </a:lnTo>
                  <a:lnTo>
                    <a:pt x="7953824" y="1173348"/>
                  </a:lnTo>
                  <a:lnTo>
                    <a:pt x="7925313" y="1142521"/>
                  </a:lnTo>
                  <a:lnTo>
                    <a:pt x="7898907" y="1110641"/>
                  </a:lnTo>
                  <a:lnTo>
                    <a:pt x="7874677" y="1077758"/>
                  </a:lnTo>
                  <a:lnTo>
                    <a:pt x="7852694" y="1043926"/>
                  </a:lnTo>
                  <a:lnTo>
                    <a:pt x="7833030" y="1009195"/>
                  </a:lnTo>
                  <a:lnTo>
                    <a:pt x="7815755" y="973616"/>
                  </a:lnTo>
                  <a:lnTo>
                    <a:pt x="7800943" y="937242"/>
                  </a:lnTo>
                  <a:lnTo>
                    <a:pt x="7788663" y="900123"/>
                  </a:lnTo>
                  <a:lnTo>
                    <a:pt x="7778988" y="862312"/>
                  </a:lnTo>
                  <a:lnTo>
                    <a:pt x="7771989" y="823859"/>
                  </a:lnTo>
                  <a:lnTo>
                    <a:pt x="7767737" y="784816"/>
                  </a:lnTo>
                  <a:lnTo>
                    <a:pt x="7766304" y="74523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Text 1"/>
          <p:cNvSpPr/>
          <p:nvPr/>
        </p:nvSpPr>
        <p:spPr>
          <a:xfrm>
            <a:off x="222250" y="1075055"/>
            <a:ext cx="599630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Pick and Place Automation </a:t>
            </a:r>
            <a:r>
              <a:rPr 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</a:t>
            </a:r>
            <a:r>
              <a:rPr lang="en-IN" alt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Topview</a:t>
            </a:r>
            <a:r>
              <a:rPr 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</a:t>
            </a:r>
            <a:endParaRPr lang="en-US" sz="2500" dirty="0"/>
          </a:p>
        </p:txBody>
      </p:sp>
      <p:sp>
        <p:nvSpPr>
          <p:cNvPr id="14" name="object 12"/>
          <p:cNvSpPr txBox="1"/>
          <p:nvPr/>
        </p:nvSpPr>
        <p:spPr>
          <a:xfrm>
            <a:off x="5188458" y="1610105"/>
            <a:ext cx="10299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36400</a:t>
            </a:r>
            <a:r>
              <a:rPr sz="1800" b="1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mm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4"/>
          <p:cNvSpPr txBox="1"/>
          <p:nvPr/>
        </p:nvSpPr>
        <p:spPr>
          <a:xfrm>
            <a:off x="712470" y="5072380"/>
            <a:ext cx="8669020" cy="4146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Phase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Encircled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with</a:t>
            </a:r>
            <a:r>
              <a:rPr lang="en-IN" sz="1800" b="1" spc="-20" dirty="0">
                <a:latin typeface="Calibri" panose="020F0502020204030204"/>
                <a:cs typeface="Calibri" panose="020F0502020204030204"/>
              </a:rPr>
              <a:t>                       </a:t>
            </a:r>
            <a:endParaRPr lang="en-IN" sz="1800" b="1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6"/>
          <p:cNvSpPr txBox="1"/>
          <p:nvPr/>
        </p:nvSpPr>
        <p:spPr>
          <a:xfrm>
            <a:off x="712723" y="5635549"/>
            <a:ext cx="226885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Phase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Encircled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with</a:t>
            </a:r>
            <a:endParaRPr sz="18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7"/>
          <p:cNvSpPr/>
          <p:nvPr/>
        </p:nvSpPr>
        <p:spPr>
          <a:xfrm>
            <a:off x="3018282" y="5086350"/>
            <a:ext cx="897890" cy="414655"/>
          </a:xfrm>
          <a:custGeom>
            <a:avLst/>
            <a:gdLst/>
            <a:ahLst/>
            <a:cxnLst/>
            <a:rect l="l" t="t" r="r" b="b"/>
            <a:pathLst>
              <a:path w="897889" h="414654">
                <a:moveTo>
                  <a:pt x="0" y="207263"/>
                </a:moveTo>
                <a:lnTo>
                  <a:pt x="19000" y="147418"/>
                </a:lnTo>
                <a:lnTo>
                  <a:pt x="72300" y="94425"/>
                </a:lnTo>
                <a:lnTo>
                  <a:pt x="110077" y="71300"/>
                </a:lnTo>
                <a:lnTo>
                  <a:pt x="154348" y="50852"/>
                </a:lnTo>
                <a:lnTo>
                  <a:pt x="204419" y="33402"/>
                </a:lnTo>
                <a:lnTo>
                  <a:pt x="259595" y="19270"/>
                </a:lnTo>
                <a:lnTo>
                  <a:pt x="319182" y="8778"/>
                </a:lnTo>
                <a:lnTo>
                  <a:pt x="382488" y="2248"/>
                </a:lnTo>
                <a:lnTo>
                  <a:pt x="448818" y="0"/>
                </a:lnTo>
                <a:lnTo>
                  <a:pt x="515147" y="2248"/>
                </a:lnTo>
                <a:lnTo>
                  <a:pt x="578453" y="8778"/>
                </a:lnTo>
                <a:lnTo>
                  <a:pt x="638040" y="19270"/>
                </a:lnTo>
                <a:lnTo>
                  <a:pt x="693216" y="33402"/>
                </a:lnTo>
                <a:lnTo>
                  <a:pt x="743287" y="50852"/>
                </a:lnTo>
                <a:lnTo>
                  <a:pt x="787558" y="71300"/>
                </a:lnTo>
                <a:lnTo>
                  <a:pt x="825335" y="94425"/>
                </a:lnTo>
                <a:lnTo>
                  <a:pt x="855926" y="119904"/>
                </a:lnTo>
                <a:lnTo>
                  <a:pt x="892770" y="176645"/>
                </a:lnTo>
                <a:lnTo>
                  <a:pt x="897635" y="207263"/>
                </a:lnTo>
                <a:lnTo>
                  <a:pt x="892770" y="237882"/>
                </a:lnTo>
                <a:lnTo>
                  <a:pt x="855926" y="294623"/>
                </a:lnTo>
                <a:lnTo>
                  <a:pt x="825335" y="320102"/>
                </a:lnTo>
                <a:lnTo>
                  <a:pt x="787558" y="343227"/>
                </a:lnTo>
                <a:lnTo>
                  <a:pt x="743287" y="363675"/>
                </a:lnTo>
                <a:lnTo>
                  <a:pt x="693216" y="381125"/>
                </a:lnTo>
                <a:lnTo>
                  <a:pt x="638040" y="395257"/>
                </a:lnTo>
                <a:lnTo>
                  <a:pt x="578453" y="405749"/>
                </a:lnTo>
                <a:lnTo>
                  <a:pt x="515147" y="412279"/>
                </a:lnTo>
                <a:lnTo>
                  <a:pt x="448818" y="414528"/>
                </a:lnTo>
                <a:lnTo>
                  <a:pt x="382488" y="412279"/>
                </a:lnTo>
                <a:lnTo>
                  <a:pt x="319182" y="405749"/>
                </a:lnTo>
                <a:lnTo>
                  <a:pt x="259595" y="395257"/>
                </a:lnTo>
                <a:lnTo>
                  <a:pt x="204419" y="381125"/>
                </a:lnTo>
                <a:lnTo>
                  <a:pt x="154348" y="363675"/>
                </a:lnTo>
                <a:lnTo>
                  <a:pt x="110077" y="343227"/>
                </a:lnTo>
                <a:lnTo>
                  <a:pt x="72300" y="320102"/>
                </a:lnTo>
                <a:lnTo>
                  <a:pt x="41709" y="294623"/>
                </a:lnTo>
                <a:lnTo>
                  <a:pt x="4865" y="237882"/>
                </a:lnTo>
                <a:lnTo>
                  <a:pt x="0" y="207263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8"/>
          <p:cNvSpPr/>
          <p:nvPr/>
        </p:nvSpPr>
        <p:spPr>
          <a:xfrm>
            <a:off x="3054857" y="5619750"/>
            <a:ext cx="897890" cy="414655"/>
          </a:xfrm>
          <a:custGeom>
            <a:avLst/>
            <a:gdLst/>
            <a:ahLst/>
            <a:cxnLst/>
            <a:rect l="l" t="t" r="r" b="b"/>
            <a:pathLst>
              <a:path w="897889" h="414654">
                <a:moveTo>
                  <a:pt x="0" y="207263"/>
                </a:moveTo>
                <a:lnTo>
                  <a:pt x="19000" y="147404"/>
                </a:lnTo>
                <a:lnTo>
                  <a:pt x="72300" y="94408"/>
                </a:lnTo>
                <a:lnTo>
                  <a:pt x="110077" y="71285"/>
                </a:lnTo>
                <a:lnTo>
                  <a:pt x="154348" y="50839"/>
                </a:lnTo>
                <a:lnTo>
                  <a:pt x="204419" y="33392"/>
                </a:lnTo>
                <a:lnTo>
                  <a:pt x="259595" y="19264"/>
                </a:lnTo>
                <a:lnTo>
                  <a:pt x="319182" y="8775"/>
                </a:lnTo>
                <a:lnTo>
                  <a:pt x="382488" y="2247"/>
                </a:lnTo>
                <a:lnTo>
                  <a:pt x="448818" y="0"/>
                </a:lnTo>
                <a:lnTo>
                  <a:pt x="515147" y="2247"/>
                </a:lnTo>
                <a:lnTo>
                  <a:pt x="578453" y="8775"/>
                </a:lnTo>
                <a:lnTo>
                  <a:pt x="638040" y="19264"/>
                </a:lnTo>
                <a:lnTo>
                  <a:pt x="693216" y="33392"/>
                </a:lnTo>
                <a:lnTo>
                  <a:pt x="743287" y="50839"/>
                </a:lnTo>
                <a:lnTo>
                  <a:pt x="787558" y="71285"/>
                </a:lnTo>
                <a:lnTo>
                  <a:pt x="825335" y="94408"/>
                </a:lnTo>
                <a:lnTo>
                  <a:pt x="855926" y="119888"/>
                </a:lnTo>
                <a:lnTo>
                  <a:pt x="892770" y="176636"/>
                </a:lnTo>
                <a:lnTo>
                  <a:pt x="897636" y="207263"/>
                </a:lnTo>
                <a:lnTo>
                  <a:pt x="892770" y="237891"/>
                </a:lnTo>
                <a:lnTo>
                  <a:pt x="855926" y="294639"/>
                </a:lnTo>
                <a:lnTo>
                  <a:pt x="825335" y="320119"/>
                </a:lnTo>
                <a:lnTo>
                  <a:pt x="787558" y="343242"/>
                </a:lnTo>
                <a:lnTo>
                  <a:pt x="743287" y="363688"/>
                </a:lnTo>
                <a:lnTo>
                  <a:pt x="693216" y="381135"/>
                </a:lnTo>
                <a:lnTo>
                  <a:pt x="638040" y="395263"/>
                </a:lnTo>
                <a:lnTo>
                  <a:pt x="578453" y="405752"/>
                </a:lnTo>
                <a:lnTo>
                  <a:pt x="515147" y="412280"/>
                </a:lnTo>
                <a:lnTo>
                  <a:pt x="448818" y="414528"/>
                </a:lnTo>
                <a:lnTo>
                  <a:pt x="382488" y="412280"/>
                </a:lnTo>
                <a:lnTo>
                  <a:pt x="319182" y="405752"/>
                </a:lnTo>
                <a:lnTo>
                  <a:pt x="259595" y="395263"/>
                </a:lnTo>
                <a:lnTo>
                  <a:pt x="204419" y="381135"/>
                </a:lnTo>
                <a:lnTo>
                  <a:pt x="154348" y="363688"/>
                </a:lnTo>
                <a:lnTo>
                  <a:pt x="110077" y="343242"/>
                </a:lnTo>
                <a:lnTo>
                  <a:pt x="72300" y="320119"/>
                </a:lnTo>
                <a:lnTo>
                  <a:pt x="41709" y="294639"/>
                </a:lnTo>
                <a:lnTo>
                  <a:pt x="4865" y="237891"/>
                </a:lnTo>
                <a:lnTo>
                  <a:pt x="0" y="207263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994775" y="1075055"/>
          <a:ext cx="17970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050"/>
              </a:tblGrid>
              <a:tr h="355389">
                <a:tc>
                  <a:txBody>
                    <a:bodyPr/>
                    <a:lstStyle/>
                    <a:p>
                      <a:r>
                        <a:rPr lang="en-US" dirty="0" smtClean="0"/>
                        <a:t>Part No. 1018</a:t>
                      </a:r>
                      <a:endParaRPr lang="en-US" dirty="0" smtClean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22250" y="808355"/>
            <a:ext cx="8299450" cy="690245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algn="l"/>
            <a:r>
              <a:rPr lang="en-IN" sz="4000" b="1" spc="-45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Phase Layout</a:t>
            </a:r>
            <a:r>
              <a:rPr lang="en-IN" sz="4000" b="1" spc="-204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000" b="1" spc="-1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Details</a:t>
            </a:r>
            <a:endParaRPr lang="en-US" sz="4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AutoShape 2" descr="UR12e image"/>
          <p:cNvSpPr>
            <a:spLocks noChangeAspect="1" noChangeArrowheads="1"/>
          </p:cNvSpPr>
          <p:nvPr/>
        </p:nvSpPr>
        <p:spPr bwMode="auto">
          <a:xfrm>
            <a:off x="3657600" y="3583305"/>
            <a:ext cx="2590800" cy="246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1" name="TextBox 6"/>
          <p:cNvSpPr txBox="1"/>
          <p:nvPr/>
        </p:nvSpPr>
        <p:spPr>
          <a:xfrm>
            <a:off x="6819265" y="1809750"/>
            <a:ext cx="184785" cy="3524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5257800" y="1333500"/>
            <a:ext cx="7040880" cy="440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ULTRASONIC &amp; INSPECTION MACHINE </a:t>
            </a:r>
            <a:r>
              <a:rPr lang="en-IN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810" y="1793875"/>
            <a:ext cx="9389745" cy="44780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9960" y="3288665"/>
            <a:ext cx="4624070" cy="440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N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P10 MACHINE OPERATION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47" y="1376351"/>
            <a:ext cx="5426947" cy="37379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730" y="1376045"/>
            <a:ext cx="5739130" cy="37376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3585" y="5279390"/>
            <a:ext cx="4624070" cy="440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N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P10 INPUT TRAY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16"/>
          <p:cNvSpPr txBox="1"/>
          <p:nvPr/>
        </p:nvSpPr>
        <p:spPr>
          <a:xfrm>
            <a:off x="6165215" y="5406390"/>
            <a:ext cx="4624070" cy="440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N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P10 DUALGRIPPER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47" y="1959738"/>
            <a:ext cx="8403010" cy="402294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1892" y="925801"/>
            <a:ext cx="9528048" cy="724247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en-IN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Ultrasonic &amp; Inspection Scanner &amp; Oil Wash Machine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819254" y="21313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Oval 10"/>
          <p:cNvSpPr/>
          <p:nvPr/>
        </p:nvSpPr>
        <p:spPr>
          <a:xfrm>
            <a:off x="5301930" y="2985733"/>
            <a:ext cx="221226" cy="221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2" name="Oval 11"/>
          <p:cNvSpPr/>
          <p:nvPr/>
        </p:nvSpPr>
        <p:spPr>
          <a:xfrm>
            <a:off x="4468344" y="3794003"/>
            <a:ext cx="221226" cy="221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3" name="Oval 12"/>
          <p:cNvSpPr/>
          <p:nvPr/>
        </p:nvSpPr>
        <p:spPr>
          <a:xfrm>
            <a:off x="2189012" y="2785678"/>
            <a:ext cx="221226" cy="221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42" name="Oval 41"/>
          <p:cNvSpPr/>
          <p:nvPr/>
        </p:nvSpPr>
        <p:spPr>
          <a:xfrm>
            <a:off x="8632394" y="2788904"/>
            <a:ext cx="493784" cy="4423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21108" y="4805773"/>
            <a:ext cx="2910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Oil Wash Unit</a:t>
            </a:r>
            <a:endParaRPr lang="en-IN" sz="2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32394" y="3435769"/>
            <a:ext cx="493784" cy="4423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632394" y="4106119"/>
            <a:ext cx="493784" cy="4423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8667658" y="4776469"/>
            <a:ext cx="493784" cy="4423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03444" y="3456875"/>
            <a:ext cx="2910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IN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12e</a:t>
            </a:r>
            <a:endParaRPr lang="en-IN" sz="2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218683" y="4127225"/>
            <a:ext cx="2910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Inspection Scanner Unit</a:t>
            </a:r>
            <a:endParaRPr lang="en-US" sz="2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893372" y="3353726"/>
            <a:ext cx="221226" cy="2212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9204618" y="2806847"/>
            <a:ext cx="2910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Ultrasonic Wash</a:t>
            </a:r>
            <a:endParaRPr lang="en-IN" sz="2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DAP APPROVAL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(02-Apr-2026)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IMG-20260715-WA0001"/>
          <p:cNvPicPr>
            <a:picLocks noChangeAspect="1"/>
          </p:cNvPicPr>
          <p:nvPr/>
        </p:nvPicPr>
        <p:blipFill>
          <a:blip r:embed="rId1"/>
          <a:srcRect l="13077" t="10644" r="5210"/>
          <a:stretch>
            <a:fillRect/>
          </a:stretch>
        </p:blipFill>
        <p:spPr>
          <a:xfrm rot="16200000">
            <a:off x="3787775" y="-737235"/>
            <a:ext cx="4857750" cy="8242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OP10 ISSUE TRACKER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5572" t="15648" r="11177" b="34565"/>
          <a:stretch>
            <a:fillRect/>
          </a:stretch>
        </p:blipFill>
        <p:spPr>
          <a:xfrm>
            <a:off x="266065" y="1764030"/>
            <a:ext cx="2671445" cy="34143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6749" t="29759" r="823" b="22269"/>
          <a:stretch>
            <a:fillRect/>
          </a:stretch>
        </p:blipFill>
        <p:spPr>
          <a:xfrm>
            <a:off x="3121025" y="1774825"/>
            <a:ext cx="3400425" cy="3409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4565" t="9000" r="13140" b="17157"/>
          <a:stretch>
            <a:fillRect/>
          </a:stretch>
        </p:blipFill>
        <p:spPr>
          <a:xfrm>
            <a:off x="6789420" y="1826895"/>
            <a:ext cx="2750820" cy="3357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5243" t="16796" r="10710" b="4774"/>
          <a:stretch>
            <a:fillRect/>
          </a:stretch>
        </p:blipFill>
        <p:spPr>
          <a:xfrm rot="16200000">
            <a:off x="9319260" y="2367915"/>
            <a:ext cx="3360420" cy="2279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Electrical panel manafacturing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b="11562"/>
          <a:stretch>
            <a:fillRect/>
          </a:stretch>
        </p:blipFill>
        <p:spPr>
          <a:xfrm>
            <a:off x="796290" y="1413510"/>
            <a:ext cx="2906395" cy="3793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OP10 ISSUE TRACKER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r="18379" b="-249"/>
          <a:stretch>
            <a:fillRect/>
          </a:stretch>
        </p:blipFill>
        <p:spPr>
          <a:xfrm>
            <a:off x="713105" y="1042035"/>
            <a:ext cx="3147060" cy="4600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OP10 ISSUE TRACKER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8401" t="41037" r="34443" b="1315"/>
          <a:stretch>
            <a:fillRect/>
          </a:stretch>
        </p:blipFill>
        <p:spPr>
          <a:xfrm>
            <a:off x="520700" y="1690370"/>
            <a:ext cx="3124200" cy="2713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39021" t="16833" r="14120" b="3167"/>
          <a:stretch>
            <a:fillRect/>
          </a:stretch>
        </p:blipFill>
        <p:spPr>
          <a:xfrm>
            <a:off x="3850005" y="1696085"/>
            <a:ext cx="3549015" cy="2707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FAT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cobot delivary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machien assemble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90010" y="5719445"/>
            <a:ext cx="4624070" cy="440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N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P10 PRODUCTION VIDEO</a:t>
            </a:r>
            <a:endParaRPr lang="en-IN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29665" y="742950"/>
          <a:ext cx="10140950" cy="6020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8885"/>
                <a:gridCol w="1374775"/>
                <a:gridCol w="893445"/>
                <a:gridCol w="981710"/>
                <a:gridCol w="1128395"/>
                <a:gridCol w="1138555"/>
                <a:gridCol w="916305"/>
                <a:gridCol w="1017270"/>
                <a:gridCol w="1451610"/>
              </a:tblGrid>
              <a:tr h="421005">
                <a:tc gridSpan="9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OP10</a:t>
                      </a:r>
                      <a:r>
                        <a:rPr sz="20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PROJECT</a:t>
                      </a:r>
                      <a:r>
                        <a:rPr sz="2000" b="1" spc="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–</a:t>
                      </a:r>
                      <a:r>
                        <a:rPr sz="2000" b="1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CNC1</a:t>
                      </a:r>
                      <a:r>
                        <a:rPr sz="2000" b="1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2000" b="1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CNC2</a:t>
                      </a:r>
                      <a:r>
                        <a:rPr sz="20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PART</a:t>
                      </a:r>
                      <a:r>
                        <a:rPr sz="2000" b="1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latin typeface="Calibri" panose="020F0502020204030204"/>
                          <a:cs typeface="Calibri" panose="020F0502020204030204"/>
                        </a:rPr>
                        <a:t>COUNT</a:t>
                      </a:r>
                      <a:r>
                        <a:rPr sz="2000" b="1" spc="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spc="-10" dirty="0">
                          <a:latin typeface="Calibri" panose="020F0502020204030204"/>
                          <a:cs typeface="Calibri" panose="020F0502020204030204"/>
                        </a:rPr>
                        <a:t>REPORT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73990">
                <a:tc gridSpan="9">
                  <a:txBody>
                    <a:bodyPr/>
                    <a:lstStyle/>
                    <a:p>
                      <a:pPr marL="25400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Period:</a:t>
                      </a:r>
                      <a:r>
                        <a:rPr sz="12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14/08/2026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23/08/2026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73990">
                <a:tc gridSpan="9">
                  <a:txBody>
                    <a:bodyPr/>
                    <a:lstStyle/>
                    <a:p>
                      <a:pPr marL="25400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Operation:</a:t>
                      </a:r>
                      <a:r>
                        <a:rPr sz="12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OP10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73990">
                <a:tc gridSpan="9">
                  <a:txBody>
                    <a:bodyPr/>
                    <a:lstStyle/>
                    <a:p>
                      <a:pPr marL="25400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Shift: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1200" spc="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Shifts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7401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27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DAY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Shift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CNC1</a:t>
                      </a:r>
                      <a:r>
                        <a:rPr sz="12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Part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5080" algn="ctr">
                        <a:lnSpc>
                          <a:spcPts val="1435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Count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CNC2</a:t>
                      </a:r>
                      <a:r>
                        <a:rPr sz="12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Part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175" algn="ctr">
                        <a:lnSpc>
                          <a:spcPts val="1435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Count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200" b="1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Part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5080" algn="ctr">
                        <a:lnSpc>
                          <a:spcPts val="1435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Count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5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Target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231140">
                        <a:lnSpc>
                          <a:spcPts val="1435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Count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count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Remarks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14/08/2026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FRIDAY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688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686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1374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7495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3709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731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1440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451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444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895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15/08/2026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SATURDAY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HOLIDAY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16/08/2026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SUNDAY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596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575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1171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1171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434340" marR="254635" indent="-167640">
                        <a:lnSpc>
                          <a:spcPct val="11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Sunday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shift Running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17/08/2026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068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MONDAY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627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625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3311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522605" marR="95885" indent="-416560">
                        <a:lnSpc>
                          <a:spcPct val="11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Finger Issue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1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Door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Issue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492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962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562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1097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703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TUESDAY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667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677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1344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3730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1313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537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536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1073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19/08/2026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WEDNESDAY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627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1328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3664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677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1336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2004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THURSDAY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1409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3217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434340" marR="116205" indent="-303530">
                        <a:lnSpc>
                          <a:spcPct val="11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3rd Shift CNC1</a:t>
                      </a:r>
                      <a:r>
                        <a:rPr sz="11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Not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Running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660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1295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513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513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21/08/2026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FRIDAY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634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1260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3528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487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480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967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22/08/2026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SATURDAY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694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591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1285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2472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311785" marR="123825" indent="-175260">
                        <a:lnSpc>
                          <a:spcPct val="11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3rd Shift CNC1 &amp;</a:t>
                      </a:r>
                      <a:r>
                        <a:rPr sz="1100" spc="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 Not</a:t>
                      </a:r>
                      <a:r>
                        <a:rPr sz="1100" spc="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Running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591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596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1187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vMerge="1"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1CF50"/>
                    </a:solidFill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23/08/2026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9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SUNDAY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680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682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1362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3500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1362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434340" marR="254635" indent="-167640">
                        <a:lnSpc>
                          <a:spcPct val="11000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Sunday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shift Running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 vMerge="1"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 vMerge="1"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3rd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UW 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222250" y="717550"/>
          <a:ext cx="11650980" cy="5347970"/>
        </p:xfrm>
        <a:graphic>
          <a:graphicData uri="http://schemas.openxmlformats.org/drawingml/2006/table">
            <a:tbl>
              <a:tblPr/>
              <a:tblGrid>
                <a:gridCol w="913765"/>
                <a:gridCol w="5619750"/>
                <a:gridCol w="2147570"/>
                <a:gridCol w="1872615"/>
                <a:gridCol w="1097280"/>
              </a:tblGrid>
              <a:tr h="377190">
                <a:tc gridSpan="5">
                  <a:txBody>
                    <a:bodyPr/>
                    <a:p>
                      <a:pPr algn="ctr" fontAlgn="b"/>
                      <a:r>
                        <a:rPr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 </a:t>
                      </a:r>
                      <a:r>
                        <a:rPr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LINE 1 - PHASE TRACKER</a:t>
                      </a:r>
                      <a:endParaRPr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Description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Date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Date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Status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Requirement Date &amp; Initial Feasibility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30-Jun-25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30-Jun-25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Plant Input &amp; Cycle Time Study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03-Jul-25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10-Jul-25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3939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Budgetary Estimation &amp; RFQ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25-Jul-25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20-Aug-25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Pre-Qualification &amp; NDA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09-Aug-25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04-Sep-25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RFQ Submission &amp; Tech Discussion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11-Aug-25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Site Evaluation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Offer Evaluation &amp; Tech Compliance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162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Risk Assessment &amp; Commercial Negotiation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06-Dec-25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Techno-Commercial Comparison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30-Jan-26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3939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Finalization &amp; Mgmt Approval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16-Feb-26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Scope Freeze &amp; PO Release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02-Nov-25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Payment &amp; Design Kick-off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03-Apr-26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9908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Design Approval (Robotic + Gripper + Conveyor)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04-Apr-26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Cobot Delivery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Fabrication (All Sub-systems)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Electrical / Controls Build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FAT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Dispatch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07-Jun-26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Installation &amp; Commissioning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23-Jul-26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22250" y="751840"/>
          <a:ext cx="11353165" cy="5371465"/>
        </p:xfrm>
        <a:graphic>
          <a:graphicData uri="http://schemas.openxmlformats.org/drawingml/2006/table">
            <a:tbl>
              <a:tblPr/>
              <a:tblGrid>
                <a:gridCol w="787400"/>
                <a:gridCol w="2513330"/>
                <a:gridCol w="1644015"/>
                <a:gridCol w="1029970"/>
                <a:gridCol w="922020"/>
                <a:gridCol w="894080"/>
                <a:gridCol w="951230"/>
                <a:gridCol w="2611120"/>
              </a:tblGrid>
              <a:tr h="314325">
                <a:tc gridSpan="8">
                  <a:txBody>
                    <a:bodyPr/>
                    <a:p>
                      <a:pPr algn="ctr" fontAlgn="ctr"/>
                      <a:r>
                        <a:rPr lang="en-I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 LINE 1 - PHASE INSTALLATION TRACKER</a:t>
                      </a:r>
                      <a:endParaRPr lang="en-I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003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Activity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Responsible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Target Date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Duration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Receipt at Customer Site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+ Customer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Verify delivered materials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Unloading &amp; Inspection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Check for transit damage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670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Positioning &amp; Alignment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Mechanical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 per approved layout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79400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Conveyor and Lifter Installation &amp; Leveling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Mechanical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Alignment and leveling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03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Pedestal Installation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Mechanical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Anchor and level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130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Cobot Installation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 mounting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79400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Gripper Installation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Mechanical &amp; pneumatic connections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130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Pneumatic Line Installation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Mechanical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FRL, tubing, valves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Control Panel Installation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Electrical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Panel mounting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Electrical Wiring &amp; Cable Dressing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Electrical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27-06-2026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and I/O wiring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03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PLC, HMI &amp; Network Connections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02-07-2026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06-07-2026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Communication setup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670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Power ON &amp; I/O Verification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08-07-2026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Sensor and actuator checks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 Calibration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Robot Engineer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TCP and frame calibration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79400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PLC &amp; Robot Program 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130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Dry Run Trial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Without production parts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Trial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+ Customer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 component validation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03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Cycle Time Optimization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Automation Team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Performance tuning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03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Validation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+ Customer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Safety interlocks and E-stop testing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16192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&amp; Maintenance Training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23-07-2026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Customer training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  <a:tr h="280035"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Site Acceptance Test (SAT) &amp; Handover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RNT + Customer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IN"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31-07-2026</a:t>
                      </a:r>
                      <a:endParaRPr lang="en-IN"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IN"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15-08-2026</a:t>
                      </a:r>
                      <a:endParaRPr lang="en-IN"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Final approval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OP10 ISSUE TRACKER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STELLANTIS LINE 1 PHASE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626110" y="821690"/>
          <a:ext cx="10597515" cy="4799320"/>
        </p:xfrm>
        <a:graphic>
          <a:graphicData uri="http://schemas.openxmlformats.org/drawingml/2006/table">
            <a:tbl>
              <a:tblPr/>
              <a:tblGrid>
                <a:gridCol w="4033520"/>
                <a:gridCol w="1249045"/>
                <a:gridCol w="1134110"/>
                <a:gridCol w="1943100"/>
                <a:gridCol w="2237740"/>
              </a:tblGrid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BOM</a:t>
                      </a:r>
                      <a:endParaRPr sz="15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UOM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QTY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UNIT COST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COST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3812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Design &amp; Engineering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PLC Program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Project Management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Drawing and Documentation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Collaborative Robots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lang="en-US"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1200000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1200000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Packing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450000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Mechanical Accessories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Pedestal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140000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Belt conveyor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E&amp;I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HMI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Control Panel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Teach Pendant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Digitalization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300000</a:t>
                      </a:r>
                      <a:endParaRPr sz="15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 gridSpan="4">
                  <a:txBody>
                    <a:bodyPr/>
                    <a:lstStyle/>
                    <a:p>
                      <a:pPr algn="ctr" fontAlgn="b"/>
                      <a:r>
                        <a:rPr sz="17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TOTAL</a:t>
                      </a:r>
                      <a:endParaRPr sz="17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5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  <a:sym typeface="+mn-ea"/>
                        </a:rPr>
                        <a:t>62</a:t>
                      </a:r>
                      <a:r>
                        <a:rPr sz="15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  <a:sym typeface="+mn-ea"/>
                        </a:rPr>
                        <a:t>,</a:t>
                      </a:r>
                      <a:r>
                        <a:rPr lang="en-IN" sz="15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  <a:sym typeface="+mn-ea"/>
                        </a:rPr>
                        <a:t>00</a:t>
                      </a:r>
                      <a:r>
                        <a:rPr sz="15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  <a:sym typeface="+mn-ea"/>
                        </a:rPr>
                        <a:t>,</a:t>
                      </a:r>
                      <a:r>
                        <a:rPr lang="en-IN" sz="15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  <a:sym typeface="+mn-ea"/>
                        </a:rPr>
                        <a:t>000</a:t>
                      </a:r>
                      <a:endParaRPr lang="en-IN" sz="1500" b="1" i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4605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OF MANPOWER REDUCED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STELLANTIS LINE 1 PHASE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536575" y="832485"/>
          <a:ext cx="10739120" cy="2642234"/>
        </p:xfrm>
        <a:graphic>
          <a:graphicData uri="http://schemas.openxmlformats.org/drawingml/2006/table">
            <a:tbl>
              <a:tblPr/>
              <a:tblGrid>
                <a:gridCol w="575945"/>
                <a:gridCol w="2722245"/>
                <a:gridCol w="1272540"/>
                <a:gridCol w="1599565"/>
                <a:gridCol w="1334770"/>
                <a:gridCol w="1554480"/>
                <a:gridCol w="1679575"/>
              </a:tblGrid>
              <a:tr h="471805">
                <a:tc gridSpan="7">
                  <a:txBody>
                    <a:bodyPr/>
                    <a:lstStyle/>
                    <a:p>
                      <a:pPr algn="ctr" fontAlgn="ctr"/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 Reduction </a:t>
                      </a:r>
                      <a:r>
                        <a:rPr lang="en-IN" sz="15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--</a:t>
                      </a:r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r>
                        <a:rPr sz="1500" b="1" i="0" dirty="0" err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Stellantis</a:t>
                      </a:r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Line</a:t>
                      </a: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1 Phase</a:t>
                      </a:r>
                      <a:r>
                        <a:rPr sz="15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Automation </a:t>
                      </a:r>
                      <a:endParaRPr sz="1500" b="1" i="0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S.No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Station / Operation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</a:t>
                      </a:r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b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(</a:t>
                      </a:r>
                      <a:r>
                        <a:rPr lang="en-IN"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Before</a:t>
                      </a:r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)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</a:t>
                      </a:r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b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(After Automation)</a:t>
                      </a:r>
                      <a:endParaRPr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</a:t>
                      </a:r>
                      <a:b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Reduced</a:t>
                      </a:r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Avg. Monthly Cost</a:t>
                      </a:r>
                      <a:b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per Head (₹)</a:t>
                      </a:r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Monthly Cost</a:t>
                      </a:r>
                      <a:b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Savings (₹)</a:t>
                      </a:r>
                      <a:r>
                        <a:rPr lang="en-US" sz="15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5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429260"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Machine Operation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 dirty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500" b="0" i="0" dirty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5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r>
                        <a:rPr lang="en-US"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 x 1</a:t>
                      </a:r>
                      <a:endParaRPr lang="en-US" sz="15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Ultrasonic Wash, Vision &amp; Oil Washing Station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5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5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r>
                        <a:rPr lang="en-US" sz="15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 x 2</a:t>
                      </a:r>
                      <a:endParaRPr lang="en-US" sz="15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₹44,000</a:t>
                      </a:r>
                      <a:endParaRPr sz="15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9885"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MANPOWER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sz="15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5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5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15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₹66,000</a:t>
                      </a:r>
                      <a:endParaRPr sz="15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2306955" y="3659505"/>
          <a:ext cx="7426325" cy="2225673"/>
        </p:xfrm>
        <a:graphic>
          <a:graphicData uri="http://schemas.openxmlformats.org/drawingml/2006/table">
            <a:tbl>
              <a:tblPr/>
              <a:tblGrid>
                <a:gridCol w="5737860"/>
                <a:gridCol w="1688465"/>
              </a:tblGrid>
              <a:tr h="25336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1F4E78"/>
                          </a:solidFill>
                          <a:latin typeface="Arial" panose="020B0604020202020204"/>
                          <a:ea typeface="Arial" panose="020B0604020202020204"/>
                        </a:rPr>
                        <a:t>Summary</a:t>
                      </a:r>
                      <a:endParaRPr sz="1600" b="1" i="0">
                        <a:solidFill>
                          <a:srgbClr val="1F4E78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Manpower Before (Manual)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Manpower After (Automation)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Manpower Reduced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 Manpower Reduction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60.0%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Monthly Cost Savings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₹66,000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Annual Cost Savings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₹7,92,000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STELLANTIS LINE 1 PHASE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62305" y="833755"/>
          <a:ext cx="10290810" cy="5099050"/>
        </p:xfrm>
        <a:graphic>
          <a:graphicData uri="http://schemas.openxmlformats.org/drawingml/2006/table">
            <a:tbl>
              <a:tblPr/>
              <a:tblGrid>
                <a:gridCol w="5077460"/>
                <a:gridCol w="3333750"/>
                <a:gridCol w="1879600"/>
              </a:tblGrid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Parameter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Calculation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Value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Machines Automated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Cobots Used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per Shift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Shifts per Day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Operators Required per Day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 × 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Salary per Operator per Month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Monthly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3,30,000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Annual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3,30,000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39,60,000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Monthly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705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Savings Due to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39,60,000 −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Automation Project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62,00,000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(Years)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62,00,000 ÷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(Months)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Months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8133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 Reduction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5 − 0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Operators Reduced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Savings After 5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5) − 62,00,000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CYCLE TIME CALCULATION - STELLANTIS LINE 1 PHASE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463550" y="876300"/>
          <a:ext cx="10741025" cy="514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2700"/>
                <a:gridCol w="1407160"/>
                <a:gridCol w="1394460"/>
                <a:gridCol w="1462405"/>
                <a:gridCol w="1430655"/>
                <a:gridCol w="1493520"/>
                <a:gridCol w="1081405"/>
              </a:tblGrid>
              <a:tr h="12236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Part No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1018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output/hr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output/shift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output/day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actual/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efficiency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cnc machine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cobot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080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OP 10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401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1,129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29,351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cobot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STELLANTIS LINE 1 PHASE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200785" y="908685"/>
          <a:ext cx="9827260" cy="4722812"/>
        </p:xfrm>
        <a:graphic>
          <a:graphicData uri="http://schemas.openxmlformats.org/drawingml/2006/table">
            <a:tbl>
              <a:tblPr/>
              <a:tblGrid>
                <a:gridCol w="549275"/>
                <a:gridCol w="964565"/>
                <a:gridCol w="1836420"/>
                <a:gridCol w="1178560"/>
                <a:gridCol w="951230"/>
                <a:gridCol w="1276985"/>
                <a:gridCol w="1170305"/>
                <a:gridCol w="934720"/>
                <a:gridCol w="965200"/>
              </a:tblGrid>
              <a:tr h="88900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527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43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,40,000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Mar-2026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Paid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214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12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,40,000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Jun-2026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19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Jun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aid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6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,20,000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Jul-2026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62,00,000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89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E89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IN" altLang="en-US" sz="9000" b="1" dirty="0">
              <a:solidFill>
                <a:srgbClr val="E8943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E8943A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Parking Lock RAD Line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03200" y="54076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3D Floor Layout</a:t>
            </a:r>
            <a:endParaRPr 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07110" y="1170305"/>
            <a:ext cx="9772650" cy="48590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1"/>
          <p:cNvSpPr/>
          <p:nvPr/>
        </p:nvSpPr>
        <p:spPr>
          <a:xfrm>
            <a:off x="237490" y="51409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2</a:t>
            </a: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D Floor Layout</a:t>
            </a: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64984" y="1776204"/>
            <a:ext cx="10222781" cy="2978846"/>
          </a:xfrm>
          <a:prstGeom prst="rect">
            <a:avLst/>
          </a:prstGeom>
        </p:spPr>
      </p:pic>
      <p:sp>
        <p:nvSpPr>
          <p:cNvPr id="28" name="object 6"/>
          <p:cNvSpPr txBox="1"/>
          <p:nvPr/>
        </p:nvSpPr>
        <p:spPr>
          <a:xfrm>
            <a:off x="1654301" y="154635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OP10-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7"/>
          <p:cNvSpPr txBox="1"/>
          <p:nvPr/>
        </p:nvSpPr>
        <p:spPr>
          <a:xfrm>
            <a:off x="2840863" y="154635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OP20-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8"/>
          <p:cNvSpPr txBox="1"/>
          <p:nvPr/>
        </p:nvSpPr>
        <p:spPr>
          <a:xfrm>
            <a:off x="1517141" y="474548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OP10-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9"/>
          <p:cNvSpPr txBox="1"/>
          <p:nvPr/>
        </p:nvSpPr>
        <p:spPr>
          <a:xfrm>
            <a:off x="2947161" y="4724780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OP20-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10"/>
          <p:cNvSpPr txBox="1"/>
          <p:nvPr/>
        </p:nvSpPr>
        <p:spPr>
          <a:xfrm>
            <a:off x="4502911" y="1523491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OP30-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11"/>
          <p:cNvSpPr txBox="1"/>
          <p:nvPr/>
        </p:nvSpPr>
        <p:spPr>
          <a:xfrm>
            <a:off x="5965697" y="1514347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OP30-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12"/>
          <p:cNvSpPr txBox="1"/>
          <p:nvPr/>
        </p:nvSpPr>
        <p:spPr>
          <a:xfrm>
            <a:off x="7673467" y="1514347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OP30-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13"/>
          <p:cNvSpPr txBox="1"/>
          <p:nvPr/>
        </p:nvSpPr>
        <p:spPr>
          <a:xfrm>
            <a:off x="4468114" y="4734305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OP30-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14"/>
          <p:cNvSpPr txBox="1"/>
          <p:nvPr/>
        </p:nvSpPr>
        <p:spPr>
          <a:xfrm>
            <a:off x="5965697" y="4805553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OP30-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15"/>
          <p:cNvSpPr txBox="1"/>
          <p:nvPr/>
        </p:nvSpPr>
        <p:spPr>
          <a:xfrm>
            <a:off x="7719441" y="4775454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OP30-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16"/>
          <p:cNvSpPr txBox="1"/>
          <p:nvPr/>
        </p:nvSpPr>
        <p:spPr>
          <a:xfrm>
            <a:off x="6548119" y="3124327"/>
            <a:ext cx="165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 panose="020F0502020204030204"/>
                <a:cs typeface="Calibri" panose="020F0502020204030204"/>
              </a:rPr>
              <a:t>Jack</a:t>
            </a:r>
            <a:r>
              <a:rPr sz="1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AMR</a:t>
            </a:r>
            <a:r>
              <a:rPr sz="12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+</a:t>
            </a:r>
            <a:r>
              <a:rPr sz="1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0" dirty="0">
                <a:latin typeface="Calibri" panose="020F0502020204030204"/>
                <a:cs typeface="Calibri" panose="020F0502020204030204"/>
              </a:rPr>
              <a:t>Cobot-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3</a:t>
            </a:r>
            <a:r>
              <a:rPr sz="12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latin typeface="Calibri" panose="020F0502020204030204"/>
                <a:cs typeface="Calibri" panose="020F0502020204030204"/>
              </a:rPr>
              <a:t>(Jaka)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17"/>
          <p:cNvSpPr txBox="1"/>
          <p:nvPr/>
        </p:nvSpPr>
        <p:spPr>
          <a:xfrm>
            <a:off x="383540" y="2868294"/>
            <a:ext cx="730250" cy="41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1200" b="1" dirty="0">
                <a:latin typeface="Calibri" panose="020F0502020204030204"/>
                <a:cs typeface="Calibri" panose="020F0502020204030204"/>
              </a:rPr>
              <a:t>I/P</a:t>
            </a:r>
            <a:r>
              <a:rPr sz="12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latin typeface="Calibri" panose="020F0502020204030204"/>
                <a:cs typeface="Calibri" panose="020F0502020204030204"/>
              </a:rPr>
              <a:t>Feeding </a:t>
            </a:r>
            <a:r>
              <a:rPr sz="1200" b="1" spc="-10" dirty="0">
                <a:latin typeface="Calibri" panose="020F0502020204030204"/>
                <a:cs typeface="Calibri" panose="020F0502020204030204"/>
              </a:rPr>
              <a:t>Table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18"/>
          <p:cNvSpPr txBox="1"/>
          <p:nvPr/>
        </p:nvSpPr>
        <p:spPr>
          <a:xfrm>
            <a:off x="1730120" y="33834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C1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19"/>
          <p:cNvSpPr txBox="1"/>
          <p:nvPr/>
        </p:nvSpPr>
        <p:spPr>
          <a:xfrm>
            <a:off x="2396998" y="3372358"/>
            <a:ext cx="262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Co1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20"/>
          <p:cNvSpPr txBox="1"/>
          <p:nvPr/>
        </p:nvSpPr>
        <p:spPr>
          <a:xfrm>
            <a:off x="3137407" y="33834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C2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21"/>
          <p:cNvSpPr txBox="1"/>
          <p:nvPr/>
        </p:nvSpPr>
        <p:spPr>
          <a:xfrm>
            <a:off x="3981958" y="3420617"/>
            <a:ext cx="263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Co2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22"/>
          <p:cNvSpPr txBox="1"/>
          <p:nvPr/>
        </p:nvSpPr>
        <p:spPr>
          <a:xfrm>
            <a:off x="9833609" y="154635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OP40-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23"/>
          <p:cNvSpPr txBox="1"/>
          <p:nvPr/>
        </p:nvSpPr>
        <p:spPr>
          <a:xfrm>
            <a:off x="9884791" y="4729098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alibri" panose="020F0502020204030204"/>
                <a:cs typeface="Calibri" panose="020F0502020204030204"/>
              </a:rPr>
              <a:t>OP40-</a:t>
            </a:r>
            <a:r>
              <a:rPr sz="1200" b="1" spc="-50" dirty="0">
                <a:latin typeface="Calibri" panose="020F0502020204030204"/>
                <a:cs typeface="Calibri" panose="020F0502020204030204"/>
              </a:rPr>
              <a:t>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24"/>
          <p:cNvSpPr txBox="1"/>
          <p:nvPr/>
        </p:nvSpPr>
        <p:spPr>
          <a:xfrm>
            <a:off x="10143490" y="3321811"/>
            <a:ext cx="181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C4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25"/>
          <p:cNvSpPr txBox="1"/>
          <p:nvPr/>
        </p:nvSpPr>
        <p:spPr>
          <a:xfrm>
            <a:off x="10674477" y="3321811"/>
            <a:ext cx="262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Co3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26"/>
          <p:cNvSpPr txBox="1"/>
          <p:nvPr/>
        </p:nvSpPr>
        <p:spPr>
          <a:xfrm>
            <a:off x="8850630" y="2701782"/>
            <a:ext cx="730885" cy="4171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b="1" dirty="0">
                <a:latin typeface="Calibri" panose="020F0502020204030204"/>
                <a:cs typeface="Calibri" panose="020F0502020204030204"/>
              </a:rPr>
              <a:t>I/P</a:t>
            </a:r>
            <a:r>
              <a:rPr sz="12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latin typeface="Calibri" panose="020F0502020204030204"/>
                <a:cs typeface="Calibri" panose="020F0502020204030204"/>
              </a:rPr>
              <a:t>Feeding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 panose="020F0502020204030204"/>
                <a:cs typeface="Calibri" panose="020F0502020204030204"/>
              </a:rPr>
              <a:t>Table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28"/>
          <p:cNvSpPr txBox="1"/>
          <p:nvPr/>
        </p:nvSpPr>
        <p:spPr>
          <a:xfrm>
            <a:off x="2514345" y="2980689"/>
            <a:ext cx="695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 panose="020F0502020204030204"/>
                <a:cs typeface="Calibri" panose="020F0502020204030204"/>
              </a:rPr>
              <a:t>Flipping</a:t>
            </a:r>
            <a:r>
              <a:rPr sz="1000" b="1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20" dirty="0">
                <a:latin typeface="Calibri" panose="020F0502020204030204"/>
                <a:cs typeface="Calibri" panose="020F0502020204030204"/>
              </a:rPr>
              <a:t>unit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29"/>
          <p:cNvSpPr txBox="1"/>
          <p:nvPr/>
        </p:nvSpPr>
        <p:spPr>
          <a:xfrm>
            <a:off x="10603738" y="2918205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 panose="020F0502020204030204"/>
                <a:cs typeface="Calibri" panose="020F0502020204030204"/>
              </a:rPr>
              <a:t>O/P</a:t>
            </a:r>
            <a:r>
              <a:rPr sz="12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latin typeface="Calibri" panose="020F0502020204030204"/>
                <a:cs typeface="Calibri" panose="020F0502020204030204"/>
              </a:rPr>
              <a:t>Table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58315" y="909955"/>
            <a:ext cx="8959850" cy="51974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285750" y="54330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Key Station Detail — OP30 </a:t>
            </a:r>
            <a:endParaRPr 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126220" y="1475105"/>
            <a:ext cx="2934970" cy="2324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Calibri" panose="020F0502020204030204" pitchFamily="34" charset="0"/>
                <a:cs typeface="Calibri" panose="020F0502020204030204" pitchFamily="34" charset="0"/>
              </a:rPr>
              <a:t>Implemented one AMR with jack cobot for 5 VMC machines.</a:t>
            </a:r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Calibri" panose="020F0502020204030204" pitchFamily="34" charset="0"/>
                <a:cs typeface="Calibri" panose="020F0502020204030204" pitchFamily="34" charset="0"/>
              </a:rPr>
              <a:t>Automates material handling with a 6-minute machine cycle time.</a:t>
            </a:r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0445" y="1333525"/>
            <a:ext cx="5616448" cy="3787495"/>
          </a:xfrm>
          <a:prstGeom prst="rect">
            <a:avLst/>
          </a:prstGeom>
        </p:spPr>
      </p:pic>
      <p:sp>
        <p:nvSpPr>
          <p:cNvPr id="11" name="object 10"/>
          <p:cNvSpPr/>
          <p:nvPr/>
        </p:nvSpPr>
        <p:spPr>
          <a:xfrm>
            <a:off x="2514599" y="2895600"/>
            <a:ext cx="1066800" cy="990600"/>
          </a:xfrm>
          <a:custGeom>
            <a:avLst/>
            <a:gdLst/>
            <a:ahLst/>
            <a:cxnLst/>
            <a:rect l="l" t="t" r="r" b="b"/>
            <a:pathLst>
              <a:path w="1066800" h="990600">
                <a:moveTo>
                  <a:pt x="0" y="495300"/>
                </a:moveTo>
                <a:lnTo>
                  <a:pt x="2179" y="450215"/>
                </a:lnTo>
                <a:lnTo>
                  <a:pt x="8592" y="406266"/>
                </a:lnTo>
                <a:lnTo>
                  <a:pt x="19050" y="363625"/>
                </a:lnTo>
                <a:lnTo>
                  <a:pt x="33364" y="322469"/>
                </a:lnTo>
                <a:lnTo>
                  <a:pt x="51348" y="282971"/>
                </a:lnTo>
                <a:lnTo>
                  <a:pt x="72813" y="245307"/>
                </a:lnTo>
                <a:lnTo>
                  <a:pt x="97570" y="209652"/>
                </a:lnTo>
                <a:lnTo>
                  <a:pt x="125432" y="176179"/>
                </a:lnTo>
                <a:lnTo>
                  <a:pt x="156209" y="145065"/>
                </a:lnTo>
                <a:lnTo>
                  <a:pt x="189716" y="116484"/>
                </a:lnTo>
                <a:lnTo>
                  <a:pt x="225762" y="90611"/>
                </a:lnTo>
                <a:lnTo>
                  <a:pt x="264159" y="67620"/>
                </a:lnTo>
                <a:lnTo>
                  <a:pt x="304721" y="47687"/>
                </a:lnTo>
                <a:lnTo>
                  <a:pt x="347258" y="30985"/>
                </a:lnTo>
                <a:lnTo>
                  <a:pt x="391583" y="17691"/>
                </a:lnTo>
                <a:lnTo>
                  <a:pt x="437507" y="7979"/>
                </a:lnTo>
                <a:lnTo>
                  <a:pt x="484842" y="2024"/>
                </a:lnTo>
                <a:lnTo>
                  <a:pt x="533400" y="0"/>
                </a:lnTo>
                <a:lnTo>
                  <a:pt x="581957" y="2024"/>
                </a:lnTo>
                <a:lnTo>
                  <a:pt x="629292" y="7979"/>
                </a:lnTo>
                <a:lnTo>
                  <a:pt x="675216" y="17691"/>
                </a:lnTo>
                <a:lnTo>
                  <a:pt x="719541" y="30985"/>
                </a:lnTo>
                <a:lnTo>
                  <a:pt x="762078" y="47687"/>
                </a:lnTo>
                <a:lnTo>
                  <a:pt x="802639" y="67620"/>
                </a:lnTo>
                <a:lnTo>
                  <a:pt x="841037" y="90611"/>
                </a:lnTo>
                <a:lnTo>
                  <a:pt x="877083" y="116484"/>
                </a:lnTo>
                <a:lnTo>
                  <a:pt x="910589" y="145065"/>
                </a:lnTo>
                <a:lnTo>
                  <a:pt x="941367" y="176179"/>
                </a:lnTo>
                <a:lnTo>
                  <a:pt x="969229" y="209652"/>
                </a:lnTo>
                <a:lnTo>
                  <a:pt x="993986" y="245307"/>
                </a:lnTo>
                <a:lnTo>
                  <a:pt x="1015451" y="282971"/>
                </a:lnTo>
                <a:lnTo>
                  <a:pt x="1033435" y="322469"/>
                </a:lnTo>
                <a:lnTo>
                  <a:pt x="1047749" y="363625"/>
                </a:lnTo>
                <a:lnTo>
                  <a:pt x="1058207" y="406266"/>
                </a:lnTo>
                <a:lnTo>
                  <a:pt x="1064620" y="450215"/>
                </a:lnTo>
                <a:lnTo>
                  <a:pt x="1066800" y="495300"/>
                </a:lnTo>
                <a:lnTo>
                  <a:pt x="1064620" y="540384"/>
                </a:lnTo>
                <a:lnTo>
                  <a:pt x="1058207" y="584333"/>
                </a:lnTo>
                <a:lnTo>
                  <a:pt x="1047750" y="626974"/>
                </a:lnTo>
                <a:lnTo>
                  <a:pt x="1033435" y="668130"/>
                </a:lnTo>
                <a:lnTo>
                  <a:pt x="1015451" y="707628"/>
                </a:lnTo>
                <a:lnTo>
                  <a:pt x="993986" y="745292"/>
                </a:lnTo>
                <a:lnTo>
                  <a:pt x="969229" y="780947"/>
                </a:lnTo>
                <a:lnTo>
                  <a:pt x="941367" y="814420"/>
                </a:lnTo>
                <a:lnTo>
                  <a:pt x="910590" y="845534"/>
                </a:lnTo>
                <a:lnTo>
                  <a:pt x="877083" y="874115"/>
                </a:lnTo>
                <a:lnTo>
                  <a:pt x="841037" y="899988"/>
                </a:lnTo>
                <a:lnTo>
                  <a:pt x="802640" y="922979"/>
                </a:lnTo>
                <a:lnTo>
                  <a:pt x="762078" y="942912"/>
                </a:lnTo>
                <a:lnTo>
                  <a:pt x="719541" y="959614"/>
                </a:lnTo>
                <a:lnTo>
                  <a:pt x="675216" y="972908"/>
                </a:lnTo>
                <a:lnTo>
                  <a:pt x="629292" y="982620"/>
                </a:lnTo>
                <a:lnTo>
                  <a:pt x="581957" y="988575"/>
                </a:lnTo>
                <a:lnTo>
                  <a:pt x="533400" y="990600"/>
                </a:lnTo>
                <a:lnTo>
                  <a:pt x="484842" y="988575"/>
                </a:lnTo>
                <a:lnTo>
                  <a:pt x="437507" y="982620"/>
                </a:lnTo>
                <a:lnTo>
                  <a:pt x="391583" y="972908"/>
                </a:lnTo>
                <a:lnTo>
                  <a:pt x="347258" y="959614"/>
                </a:lnTo>
                <a:lnTo>
                  <a:pt x="304721" y="942912"/>
                </a:lnTo>
                <a:lnTo>
                  <a:pt x="264159" y="922979"/>
                </a:lnTo>
                <a:lnTo>
                  <a:pt x="225762" y="899988"/>
                </a:lnTo>
                <a:lnTo>
                  <a:pt x="189716" y="874115"/>
                </a:lnTo>
                <a:lnTo>
                  <a:pt x="156210" y="845534"/>
                </a:lnTo>
                <a:lnTo>
                  <a:pt x="125432" y="814420"/>
                </a:lnTo>
                <a:lnTo>
                  <a:pt x="97570" y="780947"/>
                </a:lnTo>
                <a:lnTo>
                  <a:pt x="72813" y="745292"/>
                </a:lnTo>
                <a:lnTo>
                  <a:pt x="51348" y="707628"/>
                </a:lnTo>
                <a:lnTo>
                  <a:pt x="33364" y="668130"/>
                </a:lnTo>
                <a:lnTo>
                  <a:pt x="19050" y="626974"/>
                </a:lnTo>
                <a:lnTo>
                  <a:pt x="8592" y="584333"/>
                </a:lnTo>
                <a:lnTo>
                  <a:pt x="2179" y="540384"/>
                </a:lnTo>
                <a:lnTo>
                  <a:pt x="0" y="495300"/>
                </a:lnTo>
                <a:close/>
              </a:path>
            </a:pathLst>
          </a:custGeom>
          <a:ln w="25400">
            <a:solidFill>
              <a:srgbClr val="1C33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1"/>
          <p:cNvSpPr/>
          <p:nvPr/>
        </p:nvSpPr>
        <p:spPr>
          <a:xfrm>
            <a:off x="3678555" y="3555365"/>
            <a:ext cx="2058035" cy="1340485"/>
          </a:xfrm>
          <a:custGeom>
            <a:avLst/>
            <a:gdLst/>
            <a:ahLst/>
            <a:cxnLst/>
            <a:rect l="l" t="t" r="r" b="b"/>
            <a:pathLst>
              <a:path w="1758950" h="1196339">
                <a:moveTo>
                  <a:pt x="0" y="0"/>
                </a:moveTo>
                <a:lnTo>
                  <a:pt x="1758823" y="119595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6463" y="3164712"/>
            <a:ext cx="2649093" cy="2880855"/>
          </a:xfrm>
          <a:prstGeom prst="rect">
            <a:avLst/>
          </a:prstGeom>
        </p:spPr>
      </p:pic>
      <p:sp>
        <p:nvSpPr>
          <p:cNvPr id="14" name="object 9"/>
          <p:cNvSpPr/>
          <p:nvPr/>
        </p:nvSpPr>
        <p:spPr>
          <a:xfrm>
            <a:off x="5736716" y="3058413"/>
            <a:ext cx="2658745" cy="2890520"/>
          </a:xfrm>
          <a:custGeom>
            <a:avLst/>
            <a:gdLst/>
            <a:ahLst/>
            <a:cxnLst/>
            <a:rect l="l" t="t" r="r" b="b"/>
            <a:pathLst>
              <a:path w="2658745" h="2890520">
                <a:moveTo>
                  <a:pt x="1329435" y="0"/>
                </a:moveTo>
                <a:lnTo>
                  <a:pt x="1397761" y="1905"/>
                </a:lnTo>
                <a:lnTo>
                  <a:pt x="1465326" y="7493"/>
                </a:lnTo>
                <a:lnTo>
                  <a:pt x="1531874" y="16637"/>
                </a:lnTo>
                <a:lnTo>
                  <a:pt x="1597405" y="29337"/>
                </a:lnTo>
                <a:lnTo>
                  <a:pt x="1661668" y="45466"/>
                </a:lnTo>
                <a:lnTo>
                  <a:pt x="1724786" y="65024"/>
                </a:lnTo>
                <a:lnTo>
                  <a:pt x="1786635" y="87756"/>
                </a:lnTo>
                <a:lnTo>
                  <a:pt x="1846960" y="113665"/>
                </a:lnTo>
                <a:lnTo>
                  <a:pt x="1905888" y="142494"/>
                </a:lnTo>
                <a:lnTo>
                  <a:pt x="1963166" y="174498"/>
                </a:lnTo>
                <a:lnTo>
                  <a:pt x="2018919" y="209296"/>
                </a:lnTo>
                <a:lnTo>
                  <a:pt x="2072767" y="246887"/>
                </a:lnTo>
                <a:lnTo>
                  <a:pt x="2124963" y="287147"/>
                </a:lnTo>
                <a:lnTo>
                  <a:pt x="2175129" y="330073"/>
                </a:lnTo>
                <a:lnTo>
                  <a:pt x="2223388" y="375538"/>
                </a:lnTo>
                <a:lnTo>
                  <a:pt x="2269617" y="423418"/>
                </a:lnTo>
                <a:lnTo>
                  <a:pt x="2355214" y="526034"/>
                </a:lnTo>
                <a:lnTo>
                  <a:pt x="2394711" y="580644"/>
                </a:lnTo>
                <a:lnTo>
                  <a:pt x="2431796" y="637286"/>
                </a:lnTo>
                <a:lnTo>
                  <a:pt x="2466339" y="695960"/>
                </a:lnTo>
                <a:lnTo>
                  <a:pt x="2498344" y="756412"/>
                </a:lnTo>
                <a:lnTo>
                  <a:pt x="2527680" y="818769"/>
                </a:lnTo>
                <a:lnTo>
                  <a:pt x="2554351" y="882777"/>
                </a:lnTo>
                <a:lnTo>
                  <a:pt x="2578100" y="948309"/>
                </a:lnTo>
                <a:lnTo>
                  <a:pt x="2599054" y="1015492"/>
                </a:lnTo>
                <a:lnTo>
                  <a:pt x="2616961" y="1084072"/>
                </a:lnTo>
                <a:lnTo>
                  <a:pt x="2631694" y="1153922"/>
                </a:lnTo>
                <a:lnTo>
                  <a:pt x="2643378" y="1225169"/>
                </a:lnTo>
                <a:lnTo>
                  <a:pt x="2651886" y="1297432"/>
                </a:lnTo>
                <a:lnTo>
                  <a:pt x="2656967" y="1370838"/>
                </a:lnTo>
                <a:lnTo>
                  <a:pt x="2658745" y="1445133"/>
                </a:lnTo>
                <a:lnTo>
                  <a:pt x="2656967" y="1519428"/>
                </a:lnTo>
                <a:lnTo>
                  <a:pt x="2651886" y="1592834"/>
                </a:lnTo>
                <a:lnTo>
                  <a:pt x="2643378" y="1665224"/>
                </a:lnTo>
                <a:lnTo>
                  <a:pt x="2631694" y="1736344"/>
                </a:lnTo>
                <a:lnTo>
                  <a:pt x="2616961" y="1806219"/>
                </a:lnTo>
                <a:lnTo>
                  <a:pt x="2599054" y="1874786"/>
                </a:lnTo>
                <a:lnTo>
                  <a:pt x="2578100" y="1941931"/>
                </a:lnTo>
                <a:lnTo>
                  <a:pt x="2554351" y="2007539"/>
                </a:lnTo>
                <a:lnTo>
                  <a:pt x="2527680" y="2071547"/>
                </a:lnTo>
                <a:lnTo>
                  <a:pt x="2498344" y="2133854"/>
                </a:lnTo>
                <a:lnTo>
                  <a:pt x="2466339" y="2194369"/>
                </a:lnTo>
                <a:lnTo>
                  <a:pt x="2431796" y="2253005"/>
                </a:lnTo>
                <a:lnTo>
                  <a:pt x="2394711" y="2309660"/>
                </a:lnTo>
                <a:lnTo>
                  <a:pt x="2355214" y="2364308"/>
                </a:lnTo>
                <a:lnTo>
                  <a:pt x="2269617" y="2466848"/>
                </a:lnTo>
                <a:lnTo>
                  <a:pt x="2223388" y="2514752"/>
                </a:lnTo>
                <a:lnTo>
                  <a:pt x="2175129" y="2560180"/>
                </a:lnTo>
                <a:lnTo>
                  <a:pt x="2124963" y="2603093"/>
                </a:lnTo>
                <a:lnTo>
                  <a:pt x="2072767" y="2643390"/>
                </a:lnTo>
                <a:lnTo>
                  <a:pt x="2018919" y="2680995"/>
                </a:lnTo>
                <a:lnTo>
                  <a:pt x="1963166" y="2715806"/>
                </a:lnTo>
                <a:lnTo>
                  <a:pt x="1905888" y="2747733"/>
                </a:lnTo>
                <a:lnTo>
                  <a:pt x="1846960" y="2776689"/>
                </a:lnTo>
                <a:lnTo>
                  <a:pt x="1786635" y="2802572"/>
                </a:lnTo>
                <a:lnTo>
                  <a:pt x="1724786" y="2825305"/>
                </a:lnTo>
                <a:lnTo>
                  <a:pt x="1661668" y="2844800"/>
                </a:lnTo>
                <a:lnTo>
                  <a:pt x="1597405" y="2860941"/>
                </a:lnTo>
                <a:lnTo>
                  <a:pt x="1531874" y="2873654"/>
                </a:lnTo>
                <a:lnTo>
                  <a:pt x="1465326" y="2882849"/>
                </a:lnTo>
                <a:lnTo>
                  <a:pt x="1397761" y="2888437"/>
                </a:lnTo>
                <a:lnTo>
                  <a:pt x="1329435" y="2890316"/>
                </a:lnTo>
                <a:lnTo>
                  <a:pt x="1260982" y="2888437"/>
                </a:lnTo>
                <a:lnTo>
                  <a:pt x="1193418" y="2882849"/>
                </a:lnTo>
                <a:lnTo>
                  <a:pt x="1126870" y="2873654"/>
                </a:lnTo>
                <a:lnTo>
                  <a:pt x="1061465" y="2860941"/>
                </a:lnTo>
                <a:lnTo>
                  <a:pt x="997076" y="2844800"/>
                </a:lnTo>
                <a:lnTo>
                  <a:pt x="933957" y="2825305"/>
                </a:lnTo>
                <a:lnTo>
                  <a:pt x="872236" y="2802572"/>
                </a:lnTo>
                <a:lnTo>
                  <a:pt x="811783" y="2776689"/>
                </a:lnTo>
                <a:lnTo>
                  <a:pt x="752982" y="2747733"/>
                </a:lnTo>
                <a:lnTo>
                  <a:pt x="695578" y="2715806"/>
                </a:lnTo>
                <a:lnTo>
                  <a:pt x="639952" y="2680995"/>
                </a:lnTo>
                <a:lnTo>
                  <a:pt x="585977" y="2643390"/>
                </a:lnTo>
                <a:lnTo>
                  <a:pt x="533907" y="2603093"/>
                </a:lnTo>
                <a:lnTo>
                  <a:pt x="483615" y="2560180"/>
                </a:lnTo>
                <a:lnTo>
                  <a:pt x="435482" y="2514752"/>
                </a:lnTo>
                <a:lnTo>
                  <a:pt x="389254" y="2466848"/>
                </a:lnTo>
                <a:lnTo>
                  <a:pt x="303529" y="2364308"/>
                </a:lnTo>
                <a:lnTo>
                  <a:pt x="264032" y="2309660"/>
                </a:lnTo>
                <a:lnTo>
                  <a:pt x="226949" y="2253005"/>
                </a:lnTo>
                <a:lnTo>
                  <a:pt x="192404" y="2194369"/>
                </a:lnTo>
                <a:lnTo>
                  <a:pt x="160400" y="2133854"/>
                </a:lnTo>
                <a:lnTo>
                  <a:pt x="131063" y="2071547"/>
                </a:lnTo>
                <a:lnTo>
                  <a:pt x="104520" y="2007539"/>
                </a:lnTo>
                <a:lnTo>
                  <a:pt x="80644" y="1941931"/>
                </a:lnTo>
                <a:lnTo>
                  <a:pt x="59816" y="1874786"/>
                </a:lnTo>
                <a:lnTo>
                  <a:pt x="41910" y="1806219"/>
                </a:lnTo>
                <a:lnTo>
                  <a:pt x="27050" y="1736344"/>
                </a:lnTo>
                <a:lnTo>
                  <a:pt x="15366" y="1665224"/>
                </a:lnTo>
                <a:lnTo>
                  <a:pt x="6857" y="1592834"/>
                </a:lnTo>
                <a:lnTo>
                  <a:pt x="1777" y="1519428"/>
                </a:lnTo>
                <a:lnTo>
                  <a:pt x="0" y="1445133"/>
                </a:lnTo>
                <a:lnTo>
                  <a:pt x="1777" y="1370838"/>
                </a:lnTo>
                <a:lnTo>
                  <a:pt x="6857" y="1297432"/>
                </a:lnTo>
                <a:lnTo>
                  <a:pt x="15366" y="1225169"/>
                </a:lnTo>
                <a:lnTo>
                  <a:pt x="27050" y="1153922"/>
                </a:lnTo>
                <a:lnTo>
                  <a:pt x="41910" y="1084072"/>
                </a:lnTo>
                <a:lnTo>
                  <a:pt x="59816" y="1015492"/>
                </a:lnTo>
                <a:lnTo>
                  <a:pt x="80644" y="948309"/>
                </a:lnTo>
                <a:lnTo>
                  <a:pt x="104520" y="882777"/>
                </a:lnTo>
                <a:lnTo>
                  <a:pt x="131063" y="818769"/>
                </a:lnTo>
                <a:lnTo>
                  <a:pt x="160400" y="756412"/>
                </a:lnTo>
                <a:lnTo>
                  <a:pt x="192404" y="695960"/>
                </a:lnTo>
                <a:lnTo>
                  <a:pt x="226949" y="637286"/>
                </a:lnTo>
                <a:lnTo>
                  <a:pt x="264032" y="580644"/>
                </a:lnTo>
                <a:lnTo>
                  <a:pt x="303529" y="526034"/>
                </a:lnTo>
                <a:lnTo>
                  <a:pt x="389254" y="423418"/>
                </a:lnTo>
                <a:lnTo>
                  <a:pt x="435482" y="375538"/>
                </a:lnTo>
                <a:lnTo>
                  <a:pt x="483615" y="330073"/>
                </a:lnTo>
                <a:lnTo>
                  <a:pt x="533907" y="287147"/>
                </a:lnTo>
                <a:lnTo>
                  <a:pt x="585977" y="246887"/>
                </a:lnTo>
                <a:lnTo>
                  <a:pt x="639952" y="209296"/>
                </a:lnTo>
                <a:lnTo>
                  <a:pt x="695578" y="174498"/>
                </a:lnTo>
                <a:lnTo>
                  <a:pt x="752982" y="142494"/>
                </a:lnTo>
                <a:lnTo>
                  <a:pt x="811783" y="113665"/>
                </a:lnTo>
                <a:lnTo>
                  <a:pt x="872236" y="87756"/>
                </a:lnTo>
                <a:lnTo>
                  <a:pt x="933957" y="65024"/>
                </a:lnTo>
                <a:lnTo>
                  <a:pt x="997076" y="45466"/>
                </a:lnTo>
                <a:lnTo>
                  <a:pt x="1061465" y="29337"/>
                </a:lnTo>
                <a:lnTo>
                  <a:pt x="1126870" y="16637"/>
                </a:lnTo>
                <a:lnTo>
                  <a:pt x="1193418" y="7493"/>
                </a:lnTo>
                <a:lnTo>
                  <a:pt x="1260982" y="1905"/>
                </a:lnTo>
                <a:lnTo>
                  <a:pt x="132943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BMW RAD LINE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05815" y="773430"/>
          <a:ext cx="9963150" cy="5726109"/>
        </p:xfrm>
        <a:graphic>
          <a:graphicData uri="http://schemas.openxmlformats.org/drawingml/2006/table">
            <a:tbl>
              <a:tblPr/>
              <a:tblGrid>
                <a:gridCol w="4378325"/>
                <a:gridCol w="713740"/>
                <a:gridCol w="629285"/>
                <a:gridCol w="2120265"/>
                <a:gridCol w="2121535"/>
              </a:tblGrid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BOM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UOM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QTY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UNIT COST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Design &amp; Engineering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PLC Program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Project Management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Drawing and Documentation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 &amp; AMR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UR 12e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₹18,35,000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₹55,05,000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AMR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₹12,75,000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₹12,75,000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Cobot &amp; camera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₹11,20,000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₹11,20,000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Fingure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Fingure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₹1,68,800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₹10,12,800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Electrical Gripper &amp; Fingure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₹2,95,800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₹2,95,800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Mechanical Accessories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Pedestal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₹1,06,600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140000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Belt conveyor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₹1,06,600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₹3,19,800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79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E&amp;I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HMI , PLC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₹11,53,000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₹11,53,000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Control Panel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Teach Pendant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Digitalization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`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 gridSpan="4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₹1,45,98,488</a:t>
                      </a:r>
                      <a:endParaRPr sz="1600" b="1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NO OF MANPOWER REDUCED - 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660400" y="801370"/>
          <a:ext cx="10410190" cy="3355657"/>
        </p:xfrm>
        <a:graphic>
          <a:graphicData uri="http://schemas.openxmlformats.org/drawingml/2006/table">
            <a:tbl>
              <a:tblPr/>
              <a:tblGrid>
                <a:gridCol w="557530"/>
                <a:gridCol w="2792095"/>
                <a:gridCol w="1317625"/>
                <a:gridCol w="1514475"/>
                <a:gridCol w="1329690"/>
                <a:gridCol w="1488440"/>
                <a:gridCol w="1410335"/>
              </a:tblGrid>
              <a:tr h="319405">
                <a:tc gridSpan="7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 Reduction – BMW RAD LINE Automation</a:t>
                      </a:r>
                      <a:endParaRPr sz="1400" b="1" i="0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6296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S.No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Station / Operation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(Manual)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(After Automation)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Reduced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Avg. Monthly Cost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per Head (₹)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Monthly Cost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Savings (₹)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 x 1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dirty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endParaRPr lang="en-IN" sz="1400" b="0" i="0" dirty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 x 2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₹44,000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OP30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 x 4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₹88,000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371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OP40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Arial" panose="020B0604020202020204"/>
                          <a:ea typeface="Arial" panose="020B0604020202020204"/>
                        </a:rPr>
                        <a:t> x 1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₹22,000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4955">
                <a:tc>
                  <a:txBody>
                    <a:bodyPr/>
                    <a:lstStyle/>
                    <a:p>
                      <a:pPr algn="ctr" fontAlgn="b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MANPOWER PER SHIFT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</a:t>
                      </a:r>
                      <a:endParaRPr sz="14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4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sz="14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₹1,76,000</a:t>
                      </a:r>
                      <a:endParaRPr sz="14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2673350" y="4335145"/>
          <a:ext cx="5773420" cy="1782445"/>
        </p:xfrm>
        <a:graphic>
          <a:graphicData uri="http://schemas.openxmlformats.org/drawingml/2006/table">
            <a:tbl>
              <a:tblPr/>
              <a:tblGrid>
                <a:gridCol w="4825365"/>
                <a:gridCol w="948055"/>
              </a:tblGrid>
              <a:tr h="254635">
                <a:tc>
                  <a:txBody>
                    <a:bodyPr/>
                    <a:lstStyle/>
                    <a:p>
                      <a:pPr algn="ctr" fontAlgn="b"/>
                      <a:r>
                        <a:rPr sz="1300" b="1" i="0">
                          <a:solidFill>
                            <a:srgbClr val="1F4E78"/>
                          </a:solidFill>
                          <a:latin typeface="Arial" panose="020B0604020202020204"/>
                          <a:ea typeface="Arial" panose="020B0604020202020204"/>
                        </a:rPr>
                        <a:t>Summary</a:t>
                      </a:r>
                      <a:endParaRPr sz="1300" b="1" i="0">
                        <a:solidFill>
                          <a:srgbClr val="1F4E78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300" b="1" i="0">
                          <a:solidFill>
                            <a:srgbClr val="1F4E78"/>
                          </a:solidFill>
                          <a:latin typeface="Arial" panose="020B0604020202020204"/>
                          <a:ea typeface="Arial" panose="020B0604020202020204"/>
                        </a:rPr>
                        <a:t>VALUE</a:t>
                      </a:r>
                      <a:endParaRPr sz="1300" b="1" i="0">
                        <a:solidFill>
                          <a:srgbClr val="1F4E78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l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Manpower Before (Manual)</a:t>
                      </a:r>
                      <a:r>
                        <a:rPr lang="en-US"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</a:t>
                      </a:r>
                      <a:endParaRPr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l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Manpower After (Automation)</a:t>
                      </a:r>
                      <a:r>
                        <a:rPr lang="en-US"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l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Manpower Reduced</a:t>
                      </a:r>
                      <a:r>
                        <a:rPr lang="en-US"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l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 Manpower Reduction</a:t>
                      </a:r>
                      <a:r>
                        <a:rPr lang="en-US"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72.7%</a:t>
                      </a:r>
                      <a:endParaRPr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l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Monthly Cost Savings</a:t>
                      </a:r>
                      <a:r>
                        <a:rPr lang="en-US"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₹1,76,000</a:t>
                      </a:r>
                      <a:endParaRPr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l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 Annual Cost Savings</a:t>
                      </a:r>
                      <a:r>
                        <a:rPr lang="en-US"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/ Per Shift</a:t>
                      </a:r>
                      <a:endParaRPr lang="en-US"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₹21,12,000</a:t>
                      </a:r>
                      <a:endParaRPr sz="13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0B0B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21665" y="829310"/>
          <a:ext cx="10299700" cy="5064125"/>
        </p:xfrm>
        <a:graphic>
          <a:graphicData uri="http://schemas.openxmlformats.org/drawingml/2006/table">
            <a:tbl>
              <a:tblPr/>
              <a:tblGrid>
                <a:gridCol w="4986020"/>
                <a:gridCol w="3272155"/>
                <a:gridCol w="2041525"/>
              </a:tblGrid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Parameter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Calculation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Value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Machines Automated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Cobots Used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4Cobot + 1 AMR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per Shift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Shifts per Day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Operators Required per Day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11 × 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Salary per Operator per Month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Monthly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33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7,26,000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Annual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7,26,000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87,12,000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Monthly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1,98,000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1,98,000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23,76,000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Savings Due to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87,12,000 − 23,76,000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63,86,000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Automation Project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(Years)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71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00 ÷ 63,86,000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1.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(Months)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1.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23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52451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 Reduction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11 − 03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Operators Reduced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Savings After 5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(63,86,000 × 5) − 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71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CYCLE TIME CALCULATION - 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463550" y="876300"/>
          <a:ext cx="10741025" cy="514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2700"/>
                <a:gridCol w="1407160"/>
                <a:gridCol w="1394460"/>
                <a:gridCol w="1462405"/>
                <a:gridCol w="1430655"/>
                <a:gridCol w="1493520"/>
                <a:gridCol w="1081405"/>
              </a:tblGrid>
              <a:tr h="12236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Part No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841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output/hr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output/shift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output/day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actual/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efficiency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cnc machine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cobot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08077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OP 10/per one machine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26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209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588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5,288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cobot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 cobot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814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OP 20/</a:t>
                      </a: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  <a:sym typeface="+mn-ea"/>
                        </a:rPr>
                        <a:t>per one machine</a:t>
                      </a: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26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207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583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5,163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13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OP 30/</a:t>
                      </a: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  <a:sym typeface="+mn-ea"/>
                        </a:rPr>
                        <a:t>per one machine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07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55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155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4,025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cobot + 1 AMR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13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OP 40/</a:t>
                      </a: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  <a:sym typeface="+mn-ea"/>
                        </a:rPr>
                        <a:t>per one machine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144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405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10,530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cobot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BMW RAD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054100" y="843915"/>
          <a:ext cx="9748520" cy="4972685"/>
        </p:xfrm>
        <a:graphic>
          <a:graphicData uri="http://schemas.openxmlformats.org/drawingml/2006/table">
            <a:tbl>
              <a:tblPr/>
              <a:tblGrid>
                <a:gridCol w="544830"/>
                <a:gridCol w="957580"/>
                <a:gridCol w="1820545"/>
                <a:gridCol w="1099820"/>
                <a:gridCol w="1013460"/>
                <a:gridCol w="1266825"/>
                <a:gridCol w="1160145"/>
                <a:gridCol w="927735"/>
                <a:gridCol w="957580"/>
              </a:tblGrid>
              <a:tr h="993775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8,05,600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07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6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0,78,800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647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4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,67,600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1,23</a:t>
                      </a:r>
                      <a:r>
                        <a:rPr lang="en-IN" sz="16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,71,600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IMPLEMENTATION STATUS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BMW RAD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0" y="870585"/>
          <a:ext cx="12190730" cy="4837425"/>
        </p:xfrm>
        <a:graphic>
          <a:graphicData uri="http://schemas.openxmlformats.org/drawingml/2006/table">
            <a:tbl>
              <a:tblPr/>
              <a:tblGrid>
                <a:gridCol w="3136265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  <a:gridCol w="422275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</a:tblGrid>
              <a:tr h="314325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BMW RAD LINE ACTIVITY CHART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E796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Jun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Nov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Receipt of Purchase order / LOI 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Detailed layout , Drawing and BOQ submission for Approval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Manufacturing - Mechanical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Manufacturing - Electrical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Assembly - Mechanical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564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Assembly - Electrical (including Panel interface)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Internal Trials (no load test)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 Test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I&amp;C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8E6BA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8E6BA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IN" altLang="en-US" sz="9000" b="1" dirty="0">
              <a:solidFill>
                <a:srgbClr val="8E6BA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8E6BAE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Helical Machine Tending Line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407785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48285" y="705485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3D Isometric Layout</a:t>
            </a:r>
            <a:endParaRPr lang="en-US" sz="2500" dirty="0"/>
          </a:p>
        </p:txBody>
      </p:sp>
      <p:pic>
        <p:nvPicPr>
          <p:cNvPr id="12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2785" y="1342390"/>
            <a:ext cx="10562590" cy="487616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294005" y="73634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r>
              <a:rPr lang="en-US" sz="2500" b="1" dirty="0">
                <a:solidFill>
                  <a:srgbClr val="1A24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 Floor Layout</a:t>
            </a:r>
            <a:endParaRPr lang="en-US" sz="2500" dirty="0"/>
          </a:p>
        </p:txBody>
      </p:sp>
      <p:sp>
        <p:nvSpPr>
          <p:cNvPr id="18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452" y="2066509"/>
            <a:ext cx="6608160" cy="3273268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4026" y="6274310"/>
            <a:ext cx="6944868" cy="38097"/>
          </a:xfrm>
          <a:prstGeom prst="rect">
            <a:avLst/>
          </a:prstGeom>
        </p:spPr>
      </p:pic>
      <p:grpSp>
        <p:nvGrpSpPr>
          <p:cNvPr id="8" name="object 6"/>
          <p:cNvGrpSpPr/>
          <p:nvPr/>
        </p:nvGrpSpPr>
        <p:grpSpPr>
          <a:xfrm>
            <a:off x="754126" y="3325876"/>
            <a:ext cx="291465" cy="640080"/>
            <a:chOff x="754126" y="3325876"/>
            <a:chExt cx="291465" cy="640080"/>
          </a:xfrm>
        </p:grpSpPr>
        <p:sp>
          <p:nvSpPr>
            <p:cNvPr id="9" name="object 7"/>
            <p:cNvSpPr/>
            <p:nvPr/>
          </p:nvSpPr>
          <p:spPr>
            <a:xfrm>
              <a:off x="786231" y="365480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12" y="0"/>
                  </a:moveTo>
                  <a:lnTo>
                    <a:pt x="86309" y="7747"/>
                  </a:lnTo>
                  <a:lnTo>
                    <a:pt x="51663" y="29464"/>
                  </a:lnTo>
                  <a:lnTo>
                    <a:pt x="24345" y="62484"/>
                  </a:lnTo>
                  <a:lnTo>
                    <a:pt x="6426" y="104267"/>
                  </a:lnTo>
                  <a:lnTo>
                    <a:pt x="0" y="152400"/>
                  </a:lnTo>
                  <a:lnTo>
                    <a:pt x="6426" y="200660"/>
                  </a:lnTo>
                  <a:lnTo>
                    <a:pt x="24345" y="242443"/>
                  </a:lnTo>
                  <a:lnTo>
                    <a:pt x="51663" y="275463"/>
                  </a:lnTo>
                  <a:lnTo>
                    <a:pt x="86309" y="297053"/>
                  </a:lnTo>
                  <a:lnTo>
                    <a:pt x="126212" y="304800"/>
                  </a:lnTo>
                  <a:lnTo>
                    <a:pt x="166103" y="297053"/>
                  </a:lnTo>
                  <a:lnTo>
                    <a:pt x="200748" y="275463"/>
                  </a:lnTo>
                  <a:lnTo>
                    <a:pt x="228066" y="242443"/>
                  </a:lnTo>
                  <a:lnTo>
                    <a:pt x="245986" y="200660"/>
                  </a:lnTo>
                  <a:lnTo>
                    <a:pt x="252425" y="152400"/>
                  </a:lnTo>
                  <a:lnTo>
                    <a:pt x="245986" y="104267"/>
                  </a:lnTo>
                  <a:lnTo>
                    <a:pt x="228066" y="62484"/>
                  </a:lnTo>
                  <a:lnTo>
                    <a:pt x="200748" y="29464"/>
                  </a:lnTo>
                  <a:lnTo>
                    <a:pt x="166103" y="7747"/>
                  </a:lnTo>
                  <a:lnTo>
                    <a:pt x="12621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8"/>
            <p:cNvSpPr/>
            <p:nvPr/>
          </p:nvSpPr>
          <p:spPr>
            <a:xfrm>
              <a:off x="786231" y="365480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26" y="104267"/>
                  </a:lnTo>
                  <a:lnTo>
                    <a:pt x="24345" y="62484"/>
                  </a:lnTo>
                  <a:lnTo>
                    <a:pt x="51663" y="29464"/>
                  </a:lnTo>
                  <a:lnTo>
                    <a:pt x="86309" y="7747"/>
                  </a:lnTo>
                  <a:lnTo>
                    <a:pt x="126212" y="0"/>
                  </a:lnTo>
                  <a:lnTo>
                    <a:pt x="166103" y="7747"/>
                  </a:lnTo>
                  <a:lnTo>
                    <a:pt x="200748" y="29464"/>
                  </a:lnTo>
                  <a:lnTo>
                    <a:pt x="228066" y="62484"/>
                  </a:lnTo>
                  <a:lnTo>
                    <a:pt x="245986" y="104267"/>
                  </a:lnTo>
                  <a:lnTo>
                    <a:pt x="252425" y="152400"/>
                  </a:lnTo>
                  <a:lnTo>
                    <a:pt x="245986" y="200660"/>
                  </a:lnTo>
                  <a:lnTo>
                    <a:pt x="228066" y="242443"/>
                  </a:lnTo>
                  <a:lnTo>
                    <a:pt x="200748" y="275463"/>
                  </a:lnTo>
                  <a:lnTo>
                    <a:pt x="166103" y="297053"/>
                  </a:lnTo>
                  <a:lnTo>
                    <a:pt x="126212" y="304800"/>
                  </a:lnTo>
                  <a:lnTo>
                    <a:pt x="86309" y="297053"/>
                  </a:lnTo>
                  <a:lnTo>
                    <a:pt x="51663" y="275463"/>
                  </a:lnTo>
                  <a:lnTo>
                    <a:pt x="24345" y="242443"/>
                  </a:lnTo>
                  <a:lnTo>
                    <a:pt x="6426" y="200660"/>
                  </a:lnTo>
                  <a:lnTo>
                    <a:pt x="0" y="152400"/>
                  </a:lnTo>
                  <a:close/>
                </a:path>
              </a:pathLst>
            </a:custGeom>
            <a:ln w="12698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9"/>
            <p:cNvSpPr/>
            <p:nvPr/>
          </p:nvSpPr>
          <p:spPr>
            <a:xfrm>
              <a:off x="760476" y="333222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12" y="0"/>
                  </a:moveTo>
                  <a:lnTo>
                    <a:pt x="86321" y="7747"/>
                  </a:lnTo>
                  <a:lnTo>
                    <a:pt x="51676" y="29337"/>
                  </a:lnTo>
                  <a:lnTo>
                    <a:pt x="24358" y="62357"/>
                  </a:lnTo>
                  <a:lnTo>
                    <a:pt x="6438" y="104139"/>
                  </a:lnTo>
                  <a:lnTo>
                    <a:pt x="0" y="152400"/>
                  </a:lnTo>
                  <a:lnTo>
                    <a:pt x="6438" y="200533"/>
                  </a:lnTo>
                  <a:lnTo>
                    <a:pt x="24358" y="242315"/>
                  </a:lnTo>
                  <a:lnTo>
                    <a:pt x="51676" y="275336"/>
                  </a:lnTo>
                  <a:lnTo>
                    <a:pt x="86321" y="296925"/>
                  </a:lnTo>
                  <a:lnTo>
                    <a:pt x="126212" y="304800"/>
                  </a:lnTo>
                  <a:lnTo>
                    <a:pt x="166103" y="296925"/>
                  </a:lnTo>
                  <a:lnTo>
                    <a:pt x="200761" y="275336"/>
                  </a:lnTo>
                  <a:lnTo>
                    <a:pt x="228079" y="242315"/>
                  </a:lnTo>
                  <a:lnTo>
                    <a:pt x="245998" y="200533"/>
                  </a:lnTo>
                  <a:lnTo>
                    <a:pt x="252437" y="152400"/>
                  </a:lnTo>
                  <a:lnTo>
                    <a:pt x="245998" y="104139"/>
                  </a:lnTo>
                  <a:lnTo>
                    <a:pt x="228079" y="62357"/>
                  </a:lnTo>
                  <a:lnTo>
                    <a:pt x="200761" y="29337"/>
                  </a:lnTo>
                  <a:lnTo>
                    <a:pt x="166103" y="7747"/>
                  </a:lnTo>
                  <a:lnTo>
                    <a:pt x="12621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0"/>
            <p:cNvSpPr/>
            <p:nvPr/>
          </p:nvSpPr>
          <p:spPr>
            <a:xfrm>
              <a:off x="760476" y="333222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8" y="104139"/>
                  </a:lnTo>
                  <a:lnTo>
                    <a:pt x="24358" y="62357"/>
                  </a:lnTo>
                  <a:lnTo>
                    <a:pt x="51676" y="29337"/>
                  </a:lnTo>
                  <a:lnTo>
                    <a:pt x="86321" y="7747"/>
                  </a:lnTo>
                  <a:lnTo>
                    <a:pt x="126212" y="0"/>
                  </a:lnTo>
                  <a:lnTo>
                    <a:pt x="166103" y="7747"/>
                  </a:lnTo>
                  <a:lnTo>
                    <a:pt x="200761" y="29337"/>
                  </a:lnTo>
                  <a:lnTo>
                    <a:pt x="228079" y="62357"/>
                  </a:lnTo>
                  <a:lnTo>
                    <a:pt x="245998" y="104139"/>
                  </a:lnTo>
                  <a:lnTo>
                    <a:pt x="252437" y="152400"/>
                  </a:lnTo>
                  <a:lnTo>
                    <a:pt x="245998" y="200533"/>
                  </a:lnTo>
                  <a:lnTo>
                    <a:pt x="228079" y="242315"/>
                  </a:lnTo>
                  <a:lnTo>
                    <a:pt x="200761" y="275336"/>
                  </a:lnTo>
                  <a:lnTo>
                    <a:pt x="166103" y="296925"/>
                  </a:lnTo>
                  <a:lnTo>
                    <a:pt x="126212" y="304800"/>
                  </a:lnTo>
                  <a:lnTo>
                    <a:pt x="86321" y="296925"/>
                  </a:lnTo>
                  <a:lnTo>
                    <a:pt x="51676" y="275336"/>
                  </a:lnTo>
                  <a:lnTo>
                    <a:pt x="24358" y="242315"/>
                  </a:lnTo>
                  <a:lnTo>
                    <a:pt x="6438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1" name="object 11"/>
          <p:cNvGrpSpPr/>
          <p:nvPr/>
        </p:nvGrpSpPr>
        <p:grpSpPr>
          <a:xfrm>
            <a:off x="1011288" y="2540000"/>
            <a:ext cx="265430" cy="317500"/>
            <a:chOff x="1011288" y="2540000"/>
            <a:chExt cx="265430" cy="317500"/>
          </a:xfrm>
        </p:grpSpPr>
        <p:sp>
          <p:nvSpPr>
            <p:cNvPr id="192" name="object 12"/>
            <p:cNvSpPr/>
            <p:nvPr/>
          </p:nvSpPr>
          <p:spPr>
            <a:xfrm>
              <a:off x="1017638" y="254635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12" y="0"/>
                  </a:moveTo>
                  <a:lnTo>
                    <a:pt x="86321" y="7747"/>
                  </a:lnTo>
                  <a:lnTo>
                    <a:pt x="51663" y="29337"/>
                  </a:lnTo>
                  <a:lnTo>
                    <a:pt x="24345" y="62357"/>
                  </a:lnTo>
                  <a:lnTo>
                    <a:pt x="6438" y="104266"/>
                  </a:lnTo>
                  <a:lnTo>
                    <a:pt x="0" y="152400"/>
                  </a:lnTo>
                  <a:lnTo>
                    <a:pt x="6438" y="200533"/>
                  </a:lnTo>
                  <a:lnTo>
                    <a:pt x="24345" y="242315"/>
                  </a:lnTo>
                  <a:lnTo>
                    <a:pt x="51663" y="275336"/>
                  </a:lnTo>
                  <a:lnTo>
                    <a:pt x="86321" y="297052"/>
                  </a:lnTo>
                  <a:lnTo>
                    <a:pt x="126212" y="304800"/>
                  </a:lnTo>
                  <a:lnTo>
                    <a:pt x="166115" y="297052"/>
                  </a:lnTo>
                  <a:lnTo>
                    <a:pt x="200774" y="275336"/>
                  </a:lnTo>
                  <a:lnTo>
                    <a:pt x="228117" y="242315"/>
                  </a:lnTo>
                  <a:lnTo>
                    <a:pt x="246049" y="200533"/>
                  </a:lnTo>
                  <a:lnTo>
                    <a:pt x="252488" y="152400"/>
                  </a:lnTo>
                  <a:lnTo>
                    <a:pt x="246049" y="104266"/>
                  </a:lnTo>
                  <a:lnTo>
                    <a:pt x="228117" y="62357"/>
                  </a:lnTo>
                  <a:lnTo>
                    <a:pt x="200774" y="29337"/>
                  </a:lnTo>
                  <a:lnTo>
                    <a:pt x="166115" y="7747"/>
                  </a:lnTo>
                  <a:lnTo>
                    <a:pt x="12621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3"/>
            <p:cNvSpPr/>
            <p:nvPr/>
          </p:nvSpPr>
          <p:spPr>
            <a:xfrm>
              <a:off x="1017638" y="254635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8" y="104266"/>
                  </a:lnTo>
                  <a:lnTo>
                    <a:pt x="24345" y="62357"/>
                  </a:lnTo>
                  <a:lnTo>
                    <a:pt x="51663" y="29337"/>
                  </a:lnTo>
                  <a:lnTo>
                    <a:pt x="86321" y="7747"/>
                  </a:lnTo>
                  <a:lnTo>
                    <a:pt x="126212" y="0"/>
                  </a:lnTo>
                  <a:lnTo>
                    <a:pt x="166115" y="7747"/>
                  </a:lnTo>
                  <a:lnTo>
                    <a:pt x="200774" y="29337"/>
                  </a:lnTo>
                  <a:lnTo>
                    <a:pt x="228117" y="62357"/>
                  </a:lnTo>
                  <a:lnTo>
                    <a:pt x="246049" y="104266"/>
                  </a:lnTo>
                  <a:lnTo>
                    <a:pt x="252488" y="152400"/>
                  </a:lnTo>
                  <a:lnTo>
                    <a:pt x="246049" y="200533"/>
                  </a:lnTo>
                  <a:lnTo>
                    <a:pt x="228117" y="242315"/>
                  </a:lnTo>
                  <a:lnTo>
                    <a:pt x="200774" y="275336"/>
                  </a:lnTo>
                  <a:lnTo>
                    <a:pt x="166115" y="297052"/>
                  </a:lnTo>
                  <a:lnTo>
                    <a:pt x="126212" y="304800"/>
                  </a:lnTo>
                  <a:lnTo>
                    <a:pt x="86321" y="297052"/>
                  </a:lnTo>
                  <a:lnTo>
                    <a:pt x="51663" y="275336"/>
                  </a:lnTo>
                  <a:lnTo>
                    <a:pt x="24345" y="242315"/>
                  </a:lnTo>
                  <a:lnTo>
                    <a:pt x="6438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4"/>
          <p:cNvSpPr txBox="1"/>
          <p:nvPr/>
        </p:nvSpPr>
        <p:spPr>
          <a:xfrm>
            <a:off x="1072997" y="251929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5" name="object 15"/>
          <p:cNvGrpSpPr/>
          <p:nvPr/>
        </p:nvGrpSpPr>
        <p:grpSpPr>
          <a:xfrm>
            <a:off x="2615819" y="2397125"/>
            <a:ext cx="265430" cy="317500"/>
            <a:chOff x="2615819" y="2397125"/>
            <a:chExt cx="265430" cy="317500"/>
          </a:xfrm>
        </p:grpSpPr>
        <p:sp>
          <p:nvSpPr>
            <p:cNvPr id="196" name="object 16"/>
            <p:cNvSpPr/>
            <p:nvPr/>
          </p:nvSpPr>
          <p:spPr>
            <a:xfrm>
              <a:off x="2622169" y="240347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7" y="0"/>
                  </a:moveTo>
                  <a:lnTo>
                    <a:pt x="86360" y="7747"/>
                  </a:lnTo>
                  <a:lnTo>
                    <a:pt x="51688" y="29337"/>
                  </a:lnTo>
                  <a:lnTo>
                    <a:pt x="24383" y="62357"/>
                  </a:lnTo>
                  <a:lnTo>
                    <a:pt x="6476" y="104266"/>
                  </a:lnTo>
                  <a:lnTo>
                    <a:pt x="0" y="152400"/>
                  </a:lnTo>
                  <a:lnTo>
                    <a:pt x="6476" y="200533"/>
                  </a:lnTo>
                  <a:lnTo>
                    <a:pt x="24383" y="242442"/>
                  </a:lnTo>
                  <a:lnTo>
                    <a:pt x="51688" y="275463"/>
                  </a:lnTo>
                  <a:lnTo>
                    <a:pt x="86360" y="297052"/>
                  </a:lnTo>
                  <a:lnTo>
                    <a:pt x="126237" y="304800"/>
                  </a:lnTo>
                  <a:lnTo>
                    <a:pt x="166243" y="297052"/>
                  </a:lnTo>
                  <a:lnTo>
                    <a:pt x="200787" y="275463"/>
                  </a:lnTo>
                  <a:lnTo>
                    <a:pt x="228219" y="242442"/>
                  </a:lnTo>
                  <a:lnTo>
                    <a:pt x="246125" y="200533"/>
                  </a:lnTo>
                  <a:lnTo>
                    <a:pt x="252475" y="152400"/>
                  </a:lnTo>
                  <a:lnTo>
                    <a:pt x="246125" y="104266"/>
                  </a:lnTo>
                  <a:lnTo>
                    <a:pt x="228219" y="62357"/>
                  </a:lnTo>
                  <a:lnTo>
                    <a:pt x="200787" y="29337"/>
                  </a:lnTo>
                  <a:lnTo>
                    <a:pt x="166243" y="7747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7"/>
            <p:cNvSpPr/>
            <p:nvPr/>
          </p:nvSpPr>
          <p:spPr>
            <a:xfrm>
              <a:off x="2622169" y="240347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76" y="104266"/>
                  </a:lnTo>
                  <a:lnTo>
                    <a:pt x="24383" y="62357"/>
                  </a:lnTo>
                  <a:lnTo>
                    <a:pt x="51688" y="29337"/>
                  </a:lnTo>
                  <a:lnTo>
                    <a:pt x="86360" y="7747"/>
                  </a:lnTo>
                  <a:lnTo>
                    <a:pt x="126237" y="0"/>
                  </a:lnTo>
                  <a:lnTo>
                    <a:pt x="166243" y="7747"/>
                  </a:lnTo>
                  <a:lnTo>
                    <a:pt x="200787" y="29337"/>
                  </a:lnTo>
                  <a:lnTo>
                    <a:pt x="228219" y="62357"/>
                  </a:lnTo>
                  <a:lnTo>
                    <a:pt x="246125" y="104266"/>
                  </a:lnTo>
                  <a:lnTo>
                    <a:pt x="252475" y="152400"/>
                  </a:lnTo>
                  <a:lnTo>
                    <a:pt x="246125" y="200533"/>
                  </a:lnTo>
                  <a:lnTo>
                    <a:pt x="228219" y="242442"/>
                  </a:lnTo>
                  <a:lnTo>
                    <a:pt x="200787" y="275463"/>
                  </a:lnTo>
                  <a:lnTo>
                    <a:pt x="166243" y="297052"/>
                  </a:lnTo>
                  <a:lnTo>
                    <a:pt x="126237" y="304800"/>
                  </a:lnTo>
                  <a:lnTo>
                    <a:pt x="86360" y="297052"/>
                  </a:lnTo>
                  <a:lnTo>
                    <a:pt x="51688" y="275463"/>
                  </a:lnTo>
                  <a:lnTo>
                    <a:pt x="24383" y="242442"/>
                  </a:lnTo>
                  <a:lnTo>
                    <a:pt x="6476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8"/>
          <p:cNvSpPr txBox="1"/>
          <p:nvPr/>
        </p:nvSpPr>
        <p:spPr>
          <a:xfrm>
            <a:off x="2678048" y="237629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9" name="object 19"/>
          <p:cNvGrpSpPr/>
          <p:nvPr/>
        </p:nvGrpSpPr>
        <p:grpSpPr>
          <a:xfrm>
            <a:off x="917282" y="4760340"/>
            <a:ext cx="265430" cy="317500"/>
            <a:chOff x="917282" y="4760340"/>
            <a:chExt cx="265430" cy="317500"/>
          </a:xfrm>
        </p:grpSpPr>
        <p:sp>
          <p:nvSpPr>
            <p:cNvPr id="200" name="object 20"/>
            <p:cNvSpPr/>
            <p:nvPr/>
          </p:nvSpPr>
          <p:spPr>
            <a:xfrm>
              <a:off x="923632" y="476669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12" y="0"/>
                  </a:moveTo>
                  <a:lnTo>
                    <a:pt x="86321" y="7746"/>
                  </a:lnTo>
                  <a:lnTo>
                    <a:pt x="51676" y="29336"/>
                  </a:lnTo>
                  <a:lnTo>
                    <a:pt x="24345" y="62356"/>
                  </a:lnTo>
                  <a:lnTo>
                    <a:pt x="6438" y="104266"/>
                  </a:lnTo>
                  <a:lnTo>
                    <a:pt x="0" y="152399"/>
                  </a:lnTo>
                  <a:lnTo>
                    <a:pt x="6438" y="200532"/>
                  </a:lnTo>
                  <a:lnTo>
                    <a:pt x="24345" y="242442"/>
                  </a:lnTo>
                  <a:lnTo>
                    <a:pt x="51676" y="275462"/>
                  </a:lnTo>
                  <a:lnTo>
                    <a:pt x="86321" y="297052"/>
                  </a:lnTo>
                  <a:lnTo>
                    <a:pt x="126212" y="304799"/>
                  </a:lnTo>
                  <a:lnTo>
                    <a:pt x="166103" y="297052"/>
                  </a:lnTo>
                  <a:lnTo>
                    <a:pt x="200761" y="275462"/>
                  </a:lnTo>
                  <a:lnTo>
                    <a:pt x="228079" y="242442"/>
                  </a:lnTo>
                  <a:lnTo>
                    <a:pt x="245998" y="200532"/>
                  </a:lnTo>
                  <a:lnTo>
                    <a:pt x="252437" y="152399"/>
                  </a:lnTo>
                  <a:lnTo>
                    <a:pt x="245998" y="104266"/>
                  </a:lnTo>
                  <a:lnTo>
                    <a:pt x="228079" y="62356"/>
                  </a:lnTo>
                  <a:lnTo>
                    <a:pt x="200761" y="29336"/>
                  </a:lnTo>
                  <a:lnTo>
                    <a:pt x="166103" y="7746"/>
                  </a:lnTo>
                  <a:lnTo>
                    <a:pt x="126212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1"/>
            <p:cNvSpPr/>
            <p:nvPr/>
          </p:nvSpPr>
          <p:spPr>
            <a:xfrm>
              <a:off x="923632" y="476669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399"/>
                  </a:moveTo>
                  <a:lnTo>
                    <a:pt x="6438" y="104266"/>
                  </a:lnTo>
                  <a:lnTo>
                    <a:pt x="24345" y="62356"/>
                  </a:lnTo>
                  <a:lnTo>
                    <a:pt x="51676" y="29336"/>
                  </a:lnTo>
                  <a:lnTo>
                    <a:pt x="86321" y="7746"/>
                  </a:lnTo>
                  <a:lnTo>
                    <a:pt x="126212" y="0"/>
                  </a:lnTo>
                  <a:lnTo>
                    <a:pt x="166103" y="7746"/>
                  </a:lnTo>
                  <a:lnTo>
                    <a:pt x="200761" y="29336"/>
                  </a:lnTo>
                  <a:lnTo>
                    <a:pt x="228079" y="62356"/>
                  </a:lnTo>
                  <a:lnTo>
                    <a:pt x="245998" y="104266"/>
                  </a:lnTo>
                  <a:lnTo>
                    <a:pt x="252437" y="152399"/>
                  </a:lnTo>
                  <a:lnTo>
                    <a:pt x="245998" y="200532"/>
                  </a:lnTo>
                  <a:lnTo>
                    <a:pt x="228079" y="242442"/>
                  </a:lnTo>
                  <a:lnTo>
                    <a:pt x="200761" y="275462"/>
                  </a:lnTo>
                  <a:lnTo>
                    <a:pt x="166103" y="297052"/>
                  </a:lnTo>
                  <a:lnTo>
                    <a:pt x="126212" y="304799"/>
                  </a:lnTo>
                  <a:lnTo>
                    <a:pt x="86321" y="297052"/>
                  </a:lnTo>
                  <a:lnTo>
                    <a:pt x="51676" y="275462"/>
                  </a:lnTo>
                  <a:lnTo>
                    <a:pt x="24345" y="242442"/>
                  </a:lnTo>
                  <a:lnTo>
                    <a:pt x="6438" y="200532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2" name="object 22"/>
          <p:cNvSpPr txBox="1"/>
          <p:nvPr/>
        </p:nvSpPr>
        <p:spPr>
          <a:xfrm>
            <a:off x="979119" y="474065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3" name="object 23"/>
          <p:cNvGrpSpPr/>
          <p:nvPr/>
        </p:nvGrpSpPr>
        <p:grpSpPr>
          <a:xfrm>
            <a:off x="2271522" y="4728083"/>
            <a:ext cx="265430" cy="317500"/>
            <a:chOff x="2271522" y="4728083"/>
            <a:chExt cx="265430" cy="317500"/>
          </a:xfrm>
        </p:grpSpPr>
        <p:sp>
          <p:nvSpPr>
            <p:cNvPr id="204" name="object 24"/>
            <p:cNvSpPr/>
            <p:nvPr/>
          </p:nvSpPr>
          <p:spPr>
            <a:xfrm>
              <a:off x="2277872" y="4734432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7" y="0"/>
                  </a:moveTo>
                  <a:lnTo>
                    <a:pt x="86359" y="7747"/>
                  </a:lnTo>
                  <a:lnTo>
                    <a:pt x="51688" y="29337"/>
                  </a:lnTo>
                  <a:lnTo>
                    <a:pt x="24383" y="62357"/>
                  </a:lnTo>
                  <a:lnTo>
                    <a:pt x="6476" y="104267"/>
                  </a:lnTo>
                  <a:lnTo>
                    <a:pt x="0" y="152400"/>
                  </a:lnTo>
                  <a:lnTo>
                    <a:pt x="6476" y="200533"/>
                  </a:lnTo>
                  <a:lnTo>
                    <a:pt x="24383" y="242443"/>
                  </a:lnTo>
                  <a:lnTo>
                    <a:pt x="51688" y="275463"/>
                  </a:lnTo>
                  <a:lnTo>
                    <a:pt x="86359" y="297053"/>
                  </a:lnTo>
                  <a:lnTo>
                    <a:pt x="126237" y="304800"/>
                  </a:lnTo>
                  <a:lnTo>
                    <a:pt x="166115" y="297053"/>
                  </a:lnTo>
                  <a:lnTo>
                    <a:pt x="200659" y="275463"/>
                  </a:lnTo>
                  <a:lnTo>
                    <a:pt x="227964" y="242443"/>
                  </a:lnTo>
                  <a:lnTo>
                    <a:pt x="245871" y="200533"/>
                  </a:lnTo>
                  <a:lnTo>
                    <a:pt x="252348" y="152400"/>
                  </a:lnTo>
                  <a:lnTo>
                    <a:pt x="245871" y="104267"/>
                  </a:lnTo>
                  <a:lnTo>
                    <a:pt x="227964" y="62357"/>
                  </a:lnTo>
                  <a:lnTo>
                    <a:pt x="200659" y="29337"/>
                  </a:lnTo>
                  <a:lnTo>
                    <a:pt x="166115" y="7747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5"/>
            <p:cNvSpPr/>
            <p:nvPr/>
          </p:nvSpPr>
          <p:spPr>
            <a:xfrm>
              <a:off x="2277872" y="4734432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76" y="104267"/>
                  </a:lnTo>
                  <a:lnTo>
                    <a:pt x="24383" y="62357"/>
                  </a:lnTo>
                  <a:lnTo>
                    <a:pt x="51688" y="29337"/>
                  </a:lnTo>
                  <a:lnTo>
                    <a:pt x="86359" y="7747"/>
                  </a:lnTo>
                  <a:lnTo>
                    <a:pt x="126237" y="0"/>
                  </a:lnTo>
                  <a:lnTo>
                    <a:pt x="166115" y="7747"/>
                  </a:lnTo>
                  <a:lnTo>
                    <a:pt x="200659" y="29337"/>
                  </a:lnTo>
                  <a:lnTo>
                    <a:pt x="227964" y="62357"/>
                  </a:lnTo>
                  <a:lnTo>
                    <a:pt x="245871" y="104267"/>
                  </a:lnTo>
                  <a:lnTo>
                    <a:pt x="252348" y="152400"/>
                  </a:lnTo>
                  <a:lnTo>
                    <a:pt x="245871" y="200533"/>
                  </a:lnTo>
                  <a:lnTo>
                    <a:pt x="227964" y="242443"/>
                  </a:lnTo>
                  <a:lnTo>
                    <a:pt x="200659" y="275463"/>
                  </a:lnTo>
                  <a:lnTo>
                    <a:pt x="166115" y="297053"/>
                  </a:lnTo>
                  <a:lnTo>
                    <a:pt x="126237" y="304800"/>
                  </a:lnTo>
                  <a:lnTo>
                    <a:pt x="86359" y="297053"/>
                  </a:lnTo>
                  <a:lnTo>
                    <a:pt x="51688" y="275463"/>
                  </a:lnTo>
                  <a:lnTo>
                    <a:pt x="24383" y="242443"/>
                  </a:lnTo>
                  <a:lnTo>
                    <a:pt x="6476" y="200533"/>
                  </a:lnTo>
                  <a:lnTo>
                    <a:pt x="0" y="152400"/>
                  </a:lnTo>
                  <a:close/>
                </a:path>
              </a:pathLst>
            </a:custGeom>
            <a:ln w="12698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6" name="object 26"/>
          <p:cNvSpPr txBox="1"/>
          <p:nvPr/>
        </p:nvSpPr>
        <p:spPr>
          <a:xfrm>
            <a:off x="2333370" y="47083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7" name="object 27"/>
          <p:cNvGrpSpPr/>
          <p:nvPr/>
        </p:nvGrpSpPr>
        <p:grpSpPr>
          <a:xfrm>
            <a:off x="1758569" y="3506089"/>
            <a:ext cx="265430" cy="317500"/>
            <a:chOff x="1758569" y="3506089"/>
            <a:chExt cx="265430" cy="317500"/>
          </a:xfrm>
        </p:grpSpPr>
        <p:sp>
          <p:nvSpPr>
            <p:cNvPr id="208" name="object 28"/>
            <p:cNvSpPr/>
            <p:nvPr/>
          </p:nvSpPr>
          <p:spPr>
            <a:xfrm>
              <a:off x="1764919" y="351243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7" y="0"/>
                  </a:moveTo>
                  <a:lnTo>
                    <a:pt x="86360" y="7747"/>
                  </a:lnTo>
                  <a:lnTo>
                    <a:pt x="51688" y="29337"/>
                  </a:lnTo>
                  <a:lnTo>
                    <a:pt x="24383" y="62357"/>
                  </a:lnTo>
                  <a:lnTo>
                    <a:pt x="6476" y="104140"/>
                  </a:lnTo>
                  <a:lnTo>
                    <a:pt x="0" y="152273"/>
                  </a:lnTo>
                  <a:lnTo>
                    <a:pt x="6476" y="200533"/>
                  </a:lnTo>
                  <a:lnTo>
                    <a:pt x="24383" y="242316"/>
                  </a:lnTo>
                  <a:lnTo>
                    <a:pt x="51688" y="275336"/>
                  </a:lnTo>
                  <a:lnTo>
                    <a:pt x="86360" y="296925"/>
                  </a:lnTo>
                  <a:lnTo>
                    <a:pt x="126237" y="304673"/>
                  </a:lnTo>
                  <a:lnTo>
                    <a:pt x="166116" y="296925"/>
                  </a:lnTo>
                  <a:lnTo>
                    <a:pt x="200787" y="275336"/>
                  </a:lnTo>
                  <a:lnTo>
                    <a:pt x="228092" y="242316"/>
                  </a:lnTo>
                  <a:lnTo>
                    <a:pt x="246125" y="200533"/>
                  </a:lnTo>
                  <a:lnTo>
                    <a:pt x="252475" y="152273"/>
                  </a:lnTo>
                  <a:lnTo>
                    <a:pt x="246125" y="104140"/>
                  </a:lnTo>
                  <a:lnTo>
                    <a:pt x="228092" y="62357"/>
                  </a:lnTo>
                  <a:lnTo>
                    <a:pt x="200787" y="29337"/>
                  </a:lnTo>
                  <a:lnTo>
                    <a:pt x="166116" y="7747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9"/>
            <p:cNvSpPr/>
            <p:nvPr/>
          </p:nvSpPr>
          <p:spPr>
            <a:xfrm>
              <a:off x="1764919" y="351243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273"/>
                  </a:moveTo>
                  <a:lnTo>
                    <a:pt x="6476" y="104140"/>
                  </a:lnTo>
                  <a:lnTo>
                    <a:pt x="24383" y="62357"/>
                  </a:lnTo>
                  <a:lnTo>
                    <a:pt x="51688" y="29337"/>
                  </a:lnTo>
                  <a:lnTo>
                    <a:pt x="86360" y="7747"/>
                  </a:lnTo>
                  <a:lnTo>
                    <a:pt x="126237" y="0"/>
                  </a:lnTo>
                  <a:lnTo>
                    <a:pt x="166116" y="7747"/>
                  </a:lnTo>
                  <a:lnTo>
                    <a:pt x="200787" y="29337"/>
                  </a:lnTo>
                  <a:lnTo>
                    <a:pt x="228092" y="62357"/>
                  </a:lnTo>
                  <a:lnTo>
                    <a:pt x="246125" y="104140"/>
                  </a:lnTo>
                  <a:lnTo>
                    <a:pt x="252475" y="152273"/>
                  </a:lnTo>
                  <a:lnTo>
                    <a:pt x="246125" y="200533"/>
                  </a:lnTo>
                  <a:lnTo>
                    <a:pt x="228092" y="242316"/>
                  </a:lnTo>
                  <a:lnTo>
                    <a:pt x="200787" y="275336"/>
                  </a:lnTo>
                  <a:lnTo>
                    <a:pt x="166116" y="296925"/>
                  </a:lnTo>
                  <a:lnTo>
                    <a:pt x="126237" y="304673"/>
                  </a:lnTo>
                  <a:lnTo>
                    <a:pt x="86360" y="296925"/>
                  </a:lnTo>
                  <a:lnTo>
                    <a:pt x="51688" y="275336"/>
                  </a:lnTo>
                  <a:lnTo>
                    <a:pt x="24383" y="242316"/>
                  </a:lnTo>
                  <a:lnTo>
                    <a:pt x="6476" y="200533"/>
                  </a:lnTo>
                  <a:lnTo>
                    <a:pt x="0" y="15227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30"/>
          <p:cNvSpPr txBox="1"/>
          <p:nvPr/>
        </p:nvSpPr>
        <p:spPr>
          <a:xfrm>
            <a:off x="1820417" y="348546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11" name="object 31"/>
          <p:cNvGrpSpPr/>
          <p:nvPr/>
        </p:nvGrpSpPr>
        <p:grpSpPr>
          <a:xfrm>
            <a:off x="2875026" y="3403727"/>
            <a:ext cx="205104" cy="232410"/>
            <a:chOff x="2875026" y="3403727"/>
            <a:chExt cx="205104" cy="232410"/>
          </a:xfrm>
        </p:grpSpPr>
        <p:sp>
          <p:nvSpPr>
            <p:cNvPr id="212" name="object 32"/>
            <p:cNvSpPr/>
            <p:nvPr/>
          </p:nvSpPr>
          <p:spPr>
            <a:xfrm>
              <a:off x="2881376" y="3410077"/>
              <a:ext cx="192405" cy="219710"/>
            </a:xfrm>
            <a:custGeom>
              <a:avLst/>
              <a:gdLst/>
              <a:ahLst/>
              <a:cxnLst/>
              <a:rect l="l" t="t" r="r" b="b"/>
              <a:pathLst>
                <a:path w="192405" h="219710">
                  <a:moveTo>
                    <a:pt x="96138" y="0"/>
                  </a:moveTo>
                  <a:lnTo>
                    <a:pt x="39369" y="21209"/>
                  </a:lnTo>
                  <a:lnTo>
                    <a:pt x="4953" y="74930"/>
                  </a:lnTo>
                  <a:lnTo>
                    <a:pt x="0" y="109600"/>
                  </a:lnTo>
                  <a:lnTo>
                    <a:pt x="4953" y="144272"/>
                  </a:lnTo>
                  <a:lnTo>
                    <a:pt x="18668" y="174371"/>
                  </a:lnTo>
                  <a:lnTo>
                    <a:pt x="39369" y="198120"/>
                  </a:lnTo>
                  <a:lnTo>
                    <a:pt x="65786" y="213741"/>
                  </a:lnTo>
                  <a:lnTo>
                    <a:pt x="96138" y="219329"/>
                  </a:lnTo>
                  <a:lnTo>
                    <a:pt x="126618" y="213741"/>
                  </a:lnTo>
                  <a:lnTo>
                    <a:pt x="152907" y="198120"/>
                  </a:lnTo>
                  <a:lnTo>
                    <a:pt x="173736" y="174371"/>
                  </a:lnTo>
                  <a:lnTo>
                    <a:pt x="187325" y="144272"/>
                  </a:lnTo>
                  <a:lnTo>
                    <a:pt x="192278" y="109600"/>
                  </a:lnTo>
                  <a:lnTo>
                    <a:pt x="187325" y="74930"/>
                  </a:lnTo>
                  <a:lnTo>
                    <a:pt x="173736" y="44831"/>
                  </a:lnTo>
                  <a:lnTo>
                    <a:pt x="152907" y="21209"/>
                  </a:lnTo>
                  <a:lnTo>
                    <a:pt x="126618" y="5587"/>
                  </a:lnTo>
                  <a:lnTo>
                    <a:pt x="961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33"/>
            <p:cNvSpPr/>
            <p:nvPr/>
          </p:nvSpPr>
          <p:spPr>
            <a:xfrm>
              <a:off x="2881376" y="3410077"/>
              <a:ext cx="192405" cy="219710"/>
            </a:xfrm>
            <a:custGeom>
              <a:avLst/>
              <a:gdLst/>
              <a:ahLst/>
              <a:cxnLst/>
              <a:rect l="l" t="t" r="r" b="b"/>
              <a:pathLst>
                <a:path w="192405" h="219710">
                  <a:moveTo>
                    <a:pt x="0" y="109600"/>
                  </a:moveTo>
                  <a:lnTo>
                    <a:pt x="18668" y="44831"/>
                  </a:lnTo>
                  <a:lnTo>
                    <a:pt x="65786" y="5587"/>
                  </a:lnTo>
                  <a:lnTo>
                    <a:pt x="96138" y="0"/>
                  </a:lnTo>
                  <a:lnTo>
                    <a:pt x="126618" y="5587"/>
                  </a:lnTo>
                  <a:lnTo>
                    <a:pt x="152907" y="21209"/>
                  </a:lnTo>
                  <a:lnTo>
                    <a:pt x="173736" y="44831"/>
                  </a:lnTo>
                  <a:lnTo>
                    <a:pt x="187325" y="74930"/>
                  </a:lnTo>
                  <a:lnTo>
                    <a:pt x="192278" y="109600"/>
                  </a:lnTo>
                  <a:lnTo>
                    <a:pt x="187325" y="144272"/>
                  </a:lnTo>
                  <a:lnTo>
                    <a:pt x="173736" y="174371"/>
                  </a:lnTo>
                  <a:lnTo>
                    <a:pt x="152907" y="198120"/>
                  </a:lnTo>
                  <a:lnTo>
                    <a:pt x="126618" y="213741"/>
                  </a:lnTo>
                  <a:lnTo>
                    <a:pt x="96138" y="219329"/>
                  </a:lnTo>
                  <a:lnTo>
                    <a:pt x="65786" y="213741"/>
                  </a:lnTo>
                  <a:lnTo>
                    <a:pt x="39369" y="198120"/>
                  </a:lnTo>
                  <a:lnTo>
                    <a:pt x="18668" y="174371"/>
                  </a:lnTo>
                  <a:lnTo>
                    <a:pt x="4953" y="144272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34"/>
          <p:cNvSpPr txBox="1"/>
          <p:nvPr/>
        </p:nvSpPr>
        <p:spPr>
          <a:xfrm>
            <a:off x="2923794" y="33660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15" name="object 35"/>
          <p:cNvGrpSpPr/>
          <p:nvPr/>
        </p:nvGrpSpPr>
        <p:grpSpPr>
          <a:xfrm>
            <a:off x="2724785" y="3617976"/>
            <a:ext cx="184785" cy="229235"/>
            <a:chOff x="2724785" y="3617976"/>
            <a:chExt cx="184785" cy="229235"/>
          </a:xfrm>
        </p:grpSpPr>
        <p:sp>
          <p:nvSpPr>
            <p:cNvPr id="216" name="object 36"/>
            <p:cNvSpPr/>
            <p:nvPr/>
          </p:nvSpPr>
          <p:spPr>
            <a:xfrm>
              <a:off x="2731135" y="3624326"/>
              <a:ext cx="172085" cy="216535"/>
            </a:xfrm>
            <a:custGeom>
              <a:avLst/>
              <a:gdLst/>
              <a:ahLst/>
              <a:cxnLst/>
              <a:rect l="l" t="t" r="r" b="b"/>
              <a:pathLst>
                <a:path w="172085" h="216535">
                  <a:moveTo>
                    <a:pt x="86106" y="0"/>
                  </a:moveTo>
                  <a:lnTo>
                    <a:pt x="35178" y="20828"/>
                  </a:lnTo>
                  <a:lnTo>
                    <a:pt x="4317" y="73913"/>
                  </a:lnTo>
                  <a:lnTo>
                    <a:pt x="0" y="108076"/>
                  </a:lnTo>
                  <a:lnTo>
                    <a:pt x="4317" y="142240"/>
                  </a:lnTo>
                  <a:lnTo>
                    <a:pt x="16637" y="171957"/>
                  </a:lnTo>
                  <a:lnTo>
                    <a:pt x="35178" y="195325"/>
                  </a:lnTo>
                  <a:lnTo>
                    <a:pt x="58800" y="210693"/>
                  </a:lnTo>
                  <a:lnTo>
                    <a:pt x="86106" y="216154"/>
                  </a:lnTo>
                  <a:lnTo>
                    <a:pt x="113283" y="210693"/>
                  </a:lnTo>
                  <a:lnTo>
                    <a:pt x="136906" y="195325"/>
                  </a:lnTo>
                  <a:lnTo>
                    <a:pt x="155575" y="171957"/>
                  </a:lnTo>
                  <a:lnTo>
                    <a:pt x="167766" y="142240"/>
                  </a:lnTo>
                  <a:lnTo>
                    <a:pt x="172084" y="108076"/>
                  </a:lnTo>
                  <a:lnTo>
                    <a:pt x="167766" y="73913"/>
                  </a:lnTo>
                  <a:lnTo>
                    <a:pt x="155575" y="44196"/>
                  </a:lnTo>
                  <a:lnTo>
                    <a:pt x="136906" y="20828"/>
                  </a:lnTo>
                  <a:lnTo>
                    <a:pt x="113283" y="5461"/>
                  </a:lnTo>
                  <a:lnTo>
                    <a:pt x="8610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37"/>
            <p:cNvSpPr/>
            <p:nvPr/>
          </p:nvSpPr>
          <p:spPr>
            <a:xfrm>
              <a:off x="2731135" y="3624326"/>
              <a:ext cx="172085" cy="216535"/>
            </a:xfrm>
            <a:custGeom>
              <a:avLst/>
              <a:gdLst/>
              <a:ahLst/>
              <a:cxnLst/>
              <a:rect l="l" t="t" r="r" b="b"/>
              <a:pathLst>
                <a:path w="172085" h="216535">
                  <a:moveTo>
                    <a:pt x="0" y="108076"/>
                  </a:moveTo>
                  <a:lnTo>
                    <a:pt x="16637" y="44196"/>
                  </a:lnTo>
                  <a:lnTo>
                    <a:pt x="58800" y="5461"/>
                  </a:lnTo>
                  <a:lnTo>
                    <a:pt x="86106" y="0"/>
                  </a:lnTo>
                  <a:lnTo>
                    <a:pt x="113283" y="5461"/>
                  </a:lnTo>
                  <a:lnTo>
                    <a:pt x="136906" y="20828"/>
                  </a:lnTo>
                  <a:lnTo>
                    <a:pt x="155575" y="44196"/>
                  </a:lnTo>
                  <a:lnTo>
                    <a:pt x="167766" y="73913"/>
                  </a:lnTo>
                  <a:lnTo>
                    <a:pt x="172084" y="108076"/>
                  </a:lnTo>
                  <a:lnTo>
                    <a:pt x="167766" y="142240"/>
                  </a:lnTo>
                  <a:lnTo>
                    <a:pt x="155575" y="171957"/>
                  </a:lnTo>
                  <a:lnTo>
                    <a:pt x="136906" y="195325"/>
                  </a:lnTo>
                  <a:lnTo>
                    <a:pt x="113283" y="210693"/>
                  </a:lnTo>
                  <a:lnTo>
                    <a:pt x="86106" y="216154"/>
                  </a:lnTo>
                  <a:lnTo>
                    <a:pt x="58800" y="210693"/>
                  </a:lnTo>
                  <a:lnTo>
                    <a:pt x="35178" y="195325"/>
                  </a:lnTo>
                  <a:lnTo>
                    <a:pt x="16637" y="171957"/>
                  </a:lnTo>
                  <a:lnTo>
                    <a:pt x="4317" y="142240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8" name="object 38"/>
          <p:cNvSpPr txBox="1"/>
          <p:nvPr/>
        </p:nvSpPr>
        <p:spPr>
          <a:xfrm>
            <a:off x="2754883" y="357022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19" name="object 39"/>
          <p:cNvGrpSpPr/>
          <p:nvPr/>
        </p:nvGrpSpPr>
        <p:grpSpPr>
          <a:xfrm>
            <a:off x="3902328" y="2488183"/>
            <a:ext cx="264795" cy="297815"/>
            <a:chOff x="3902328" y="2488183"/>
            <a:chExt cx="264795" cy="297815"/>
          </a:xfrm>
        </p:grpSpPr>
        <p:sp>
          <p:nvSpPr>
            <p:cNvPr id="220" name="object 40"/>
            <p:cNvSpPr/>
            <p:nvPr/>
          </p:nvSpPr>
          <p:spPr>
            <a:xfrm>
              <a:off x="3908678" y="249453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7" y="0"/>
                  </a:moveTo>
                  <a:lnTo>
                    <a:pt x="86106" y="7365"/>
                  </a:lnTo>
                  <a:lnTo>
                    <a:pt x="51562" y="27558"/>
                  </a:lnTo>
                  <a:lnTo>
                    <a:pt x="24384" y="58292"/>
                  </a:lnTo>
                  <a:lnTo>
                    <a:pt x="6476" y="97408"/>
                  </a:lnTo>
                  <a:lnTo>
                    <a:pt x="0" y="142366"/>
                  </a:lnTo>
                  <a:lnTo>
                    <a:pt x="6476" y="187451"/>
                  </a:lnTo>
                  <a:lnTo>
                    <a:pt x="24384" y="226440"/>
                  </a:lnTo>
                  <a:lnTo>
                    <a:pt x="51562" y="257301"/>
                  </a:lnTo>
                  <a:lnTo>
                    <a:pt x="86106" y="277494"/>
                  </a:lnTo>
                  <a:lnTo>
                    <a:pt x="125857" y="284733"/>
                  </a:lnTo>
                  <a:lnTo>
                    <a:pt x="165735" y="277494"/>
                  </a:lnTo>
                  <a:lnTo>
                    <a:pt x="200279" y="257301"/>
                  </a:lnTo>
                  <a:lnTo>
                    <a:pt x="227584" y="226440"/>
                  </a:lnTo>
                  <a:lnTo>
                    <a:pt x="245491" y="187451"/>
                  </a:lnTo>
                  <a:lnTo>
                    <a:pt x="251841" y="142366"/>
                  </a:lnTo>
                  <a:lnTo>
                    <a:pt x="245491" y="97408"/>
                  </a:lnTo>
                  <a:lnTo>
                    <a:pt x="227584" y="58292"/>
                  </a:lnTo>
                  <a:lnTo>
                    <a:pt x="200279" y="27558"/>
                  </a:lnTo>
                  <a:lnTo>
                    <a:pt x="165735" y="7365"/>
                  </a:lnTo>
                  <a:lnTo>
                    <a:pt x="12585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41"/>
            <p:cNvSpPr/>
            <p:nvPr/>
          </p:nvSpPr>
          <p:spPr>
            <a:xfrm>
              <a:off x="3908678" y="249453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76" y="97408"/>
                  </a:lnTo>
                  <a:lnTo>
                    <a:pt x="24384" y="58292"/>
                  </a:lnTo>
                  <a:lnTo>
                    <a:pt x="51562" y="27558"/>
                  </a:lnTo>
                  <a:lnTo>
                    <a:pt x="86106" y="7365"/>
                  </a:lnTo>
                  <a:lnTo>
                    <a:pt x="125857" y="0"/>
                  </a:lnTo>
                  <a:lnTo>
                    <a:pt x="165735" y="7365"/>
                  </a:lnTo>
                  <a:lnTo>
                    <a:pt x="200279" y="27558"/>
                  </a:lnTo>
                  <a:lnTo>
                    <a:pt x="227584" y="58292"/>
                  </a:lnTo>
                  <a:lnTo>
                    <a:pt x="245491" y="97408"/>
                  </a:lnTo>
                  <a:lnTo>
                    <a:pt x="251841" y="142366"/>
                  </a:lnTo>
                  <a:lnTo>
                    <a:pt x="245491" y="187451"/>
                  </a:lnTo>
                  <a:lnTo>
                    <a:pt x="227584" y="226440"/>
                  </a:lnTo>
                  <a:lnTo>
                    <a:pt x="200279" y="257301"/>
                  </a:lnTo>
                  <a:lnTo>
                    <a:pt x="165735" y="277494"/>
                  </a:lnTo>
                  <a:lnTo>
                    <a:pt x="125857" y="284733"/>
                  </a:lnTo>
                  <a:lnTo>
                    <a:pt x="86106" y="277494"/>
                  </a:lnTo>
                  <a:lnTo>
                    <a:pt x="51562" y="257301"/>
                  </a:lnTo>
                  <a:lnTo>
                    <a:pt x="24384" y="226440"/>
                  </a:lnTo>
                  <a:lnTo>
                    <a:pt x="6476" y="187451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2" name="object 42"/>
          <p:cNvSpPr txBox="1"/>
          <p:nvPr/>
        </p:nvSpPr>
        <p:spPr>
          <a:xfrm>
            <a:off x="3950589" y="2514727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23" name="object 43"/>
          <p:cNvGrpSpPr/>
          <p:nvPr/>
        </p:nvGrpSpPr>
        <p:grpSpPr>
          <a:xfrm>
            <a:off x="3751198" y="4728083"/>
            <a:ext cx="264795" cy="297815"/>
            <a:chOff x="3751198" y="4728083"/>
            <a:chExt cx="264795" cy="297815"/>
          </a:xfrm>
        </p:grpSpPr>
        <p:sp>
          <p:nvSpPr>
            <p:cNvPr id="224" name="object 44"/>
            <p:cNvSpPr/>
            <p:nvPr/>
          </p:nvSpPr>
          <p:spPr>
            <a:xfrm>
              <a:off x="3757548" y="473443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105" y="7239"/>
                  </a:lnTo>
                  <a:lnTo>
                    <a:pt x="51562" y="27432"/>
                  </a:lnTo>
                  <a:lnTo>
                    <a:pt x="24256" y="58293"/>
                  </a:lnTo>
                  <a:lnTo>
                    <a:pt x="6476" y="97282"/>
                  </a:lnTo>
                  <a:lnTo>
                    <a:pt x="0" y="142240"/>
                  </a:lnTo>
                  <a:lnTo>
                    <a:pt x="6476" y="187198"/>
                  </a:lnTo>
                  <a:lnTo>
                    <a:pt x="24256" y="226314"/>
                  </a:lnTo>
                  <a:lnTo>
                    <a:pt x="51562" y="257175"/>
                  </a:lnTo>
                  <a:lnTo>
                    <a:pt x="86105" y="277368"/>
                  </a:lnTo>
                  <a:lnTo>
                    <a:pt x="125856" y="284607"/>
                  </a:lnTo>
                  <a:lnTo>
                    <a:pt x="165735" y="277368"/>
                  </a:lnTo>
                  <a:lnTo>
                    <a:pt x="200278" y="257175"/>
                  </a:lnTo>
                  <a:lnTo>
                    <a:pt x="227584" y="226314"/>
                  </a:lnTo>
                  <a:lnTo>
                    <a:pt x="245363" y="187198"/>
                  </a:lnTo>
                  <a:lnTo>
                    <a:pt x="251840" y="142240"/>
                  </a:lnTo>
                  <a:lnTo>
                    <a:pt x="245363" y="97282"/>
                  </a:lnTo>
                  <a:lnTo>
                    <a:pt x="227584" y="58293"/>
                  </a:lnTo>
                  <a:lnTo>
                    <a:pt x="200278" y="27432"/>
                  </a:lnTo>
                  <a:lnTo>
                    <a:pt x="165735" y="7239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45"/>
            <p:cNvSpPr/>
            <p:nvPr/>
          </p:nvSpPr>
          <p:spPr>
            <a:xfrm>
              <a:off x="3757548" y="473443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40"/>
                  </a:moveTo>
                  <a:lnTo>
                    <a:pt x="6476" y="97282"/>
                  </a:lnTo>
                  <a:lnTo>
                    <a:pt x="24256" y="58293"/>
                  </a:lnTo>
                  <a:lnTo>
                    <a:pt x="51562" y="27432"/>
                  </a:lnTo>
                  <a:lnTo>
                    <a:pt x="86105" y="7239"/>
                  </a:lnTo>
                  <a:lnTo>
                    <a:pt x="125856" y="0"/>
                  </a:lnTo>
                  <a:lnTo>
                    <a:pt x="165735" y="7239"/>
                  </a:lnTo>
                  <a:lnTo>
                    <a:pt x="200278" y="27432"/>
                  </a:lnTo>
                  <a:lnTo>
                    <a:pt x="227584" y="58293"/>
                  </a:lnTo>
                  <a:lnTo>
                    <a:pt x="245363" y="97282"/>
                  </a:lnTo>
                  <a:lnTo>
                    <a:pt x="251840" y="142240"/>
                  </a:lnTo>
                  <a:lnTo>
                    <a:pt x="245363" y="187198"/>
                  </a:lnTo>
                  <a:lnTo>
                    <a:pt x="227584" y="226314"/>
                  </a:lnTo>
                  <a:lnTo>
                    <a:pt x="200278" y="257175"/>
                  </a:lnTo>
                  <a:lnTo>
                    <a:pt x="165735" y="277368"/>
                  </a:lnTo>
                  <a:lnTo>
                    <a:pt x="125856" y="284607"/>
                  </a:lnTo>
                  <a:lnTo>
                    <a:pt x="86105" y="277368"/>
                  </a:lnTo>
                  <a:lnTo>
                    <a:pt x="51562" y="257175"/>
                  </a:lnTo>
                  <a:lnTo>
                    <a:pt x="24256" y="226314"/>
                  </a:lnTo>
                  <a:lnTo>
                    <a:pt x="6476" y="187198"/>
                  </a:lnTo>
                  <a:lnTo>
                    <a:pt x="0" y="14224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46"/>
          <p:cNvSpPr txBox="1"/>
          <p:nvPr/>
        </p:nvSpPr>
        <p:spPr>
          <a:xfrm>
            <a:off x="3799459" y="4755260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27" name="object 47"/>
          <p:cNvGrpSpPr/>
          <p:nvPr/>
        </p:nvGrpSpPr>
        <p:grpSpPr>
          <a:xfrm>
            <a:off x="3927347" y="3540378"/>
            <a:ext cx="264795" cy="297815"/>
            <a:chOff x="3927347" y="3540378"/>
            <a:chExt cx="264795" cy="297815"/>
          </a:xfrm>
        </p:grpSpPr>
        <p:sp>
          <p:nvSpPr>
            <p:cNvPr id="228" name="object 48"/>
            <p:cNvSpPr/>
            <p:nvPr/>
          </p:nvSpPr>
          <p:spPr>
            <a:xfrm>
              <a:off x="3933697" y="354672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05" y="7366"/>
                  </a:lnTo>
                  <a:lnTo>
                    <a:pt x="51562" y="27559"/>
                  </a:lnTo>
                  <a:lnTo>
                    <a:pt x="24256" y="58293"/>
                  </a:lnTo>
                  <a:lnTo>
                    <a:pt x="6350" y="97409"/>
                  </a:lnTo>
                  <a:lnTo>
                    <a:pt x="0" y="142367"/>
                  </a:lnTo>
                  <a:lnTo>
                    <a:pt x="6350" y="187452"/>
                  </a:lnTo>
                  <a:lnTo>
                    <a:pt x="24256" y="226441"/>
                  </a:lnTo>
                  <a:lnTo>
                    <a:pt x="51562" y="257302"/>
                  </a:lnTo>
                  <a:lnTo>
                    <a:pt x="86105" y="277495"/>
                  </a:lnTo>
                  <a:lnTo>
                    <a:pt x="125984" y="284861"/>
                  </a:lnTo>
                  <a:lnTo>
                    <a:pt x="165735" y="277495"/>
                  </a:lnTo>
                  <a:lnTo>
                    <a:pt x="200405" y="257302"/>
                  </a:lnTo>
                  <a:lnTo>
                    <a:pt x="227584" y="226441"/>
                  </a:lnTo>
                  <a:lnTo>
                    <a:pt x="245490" y="187452"/>
                  </a:lnTo>
                  <a:lnTo>
                    <a:pt x="251967" y="142367"/>
                  </a:lnTo>
                  <a:lnTo>
                    <a:pt x="245490" y="97409"/>
                  </a:lnTo>
                  <a:lnTo>
                    <a:pt x="227584" y="58293"/>
                  </a:lnTo>
                  <a:lnTo>
                    <a:pt x="200405" y="27559"/>
                  </a:lnTo>
                  <a:lnTo>
                    <a:pt x="165735" y="7366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49"/>
            <p:cNvSpPr/>
            <p:nvPr/>
          </p:nvSpPr>
          <p:spPr>
            <a:xfrm>
              <a:off x="3933697" y="354672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350" y="97409"/>
                  </a:lnTo>
                  <a:lnTo>
                    <a:pt x="24256" y="58293"/>
                  </a:lnTo>
                  <a:lnTo>
                    <a:pt x="51562" y="27559"/>
                  </a:lnTo>
                  <a:lnTo>
                    <a:pt x="86105" y="7366"/>
                  </a:lnTo>
                  <a:lnTo>
                    <a:pt x="125984" y="0"/>
                  </a:lnTo>
                  <a:lnTo>
                    <a:pt x="165735" y="7366"/>
                  </a:lnTo>
                  <a:lnTo>
                    <a:pt x="200405" y="27559"/>
                  </a:lnTo>
                  <a:lnTo>
                    <a:pt x="227584" y="58293"/>
                  </a:lnTo>
                  <a:lnTo>
                    <a:pt x="245490" y="97409"/>
                  </a:lnTo>
                  <a:lnTo>
                    <a:pt x="251967" y="142367"/>
                  </a:lnTo>
                  <a:lnTo>
                    <a:pt x="245490" y="187452"/>
                  </a:lnTo>
                  <a:lnTo>
                    <a:pt x="227584" y="226441"/>
                  </a:lnTo>
                  <a:lnTo>
                    <a:pt x="200405" y="257302"/>
                  </a:lnTo>
                  <a:lnTo>
                    <a:pt x="165735" y="277495"/>
                  </a:lnTo>
                  <a:lnTo>
                    <a:pt x="125984" y="284861"/>
                  </a:lnTo>
                  <a:lnTo>
                    <a:pt x="86105" y="277495"/>
                  </a:lnTo>
                  <a:lnTo>
                    <a:pt x="51562" y="257302"/>
                  </a:lnTo>
                  <a:lnTo>
                    <a:pt x="24256" y="226441"/>
                  </a:lnTo>
                  <a:lnTo>
                    <a:pt x="6350" y="187452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0" name="object 50"/>
          <p:cNvSpPr txBox="1"/>
          <p:nvPr/>
        </p:nvSpPr>
        <p:spPr>
          <a:xfrm>
            <a:off x="3975608" y="3567429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1" name="object 51"/>
          <p:cNvGrpSpPr/>
          <p:nvPr/>
        </p:nvGrpSpPr>
        <p:grpSpPr>
          <a:xfrm>
            <a:off x="4678934" y="3435858"/>
            <a:ext cx="264795" cy="297815"/>
            <a:chOff x="4678934" y="3435858"/>
            <a:chExt cx="264795" cy="297815"/>
          </a:xfrm>
        </p:grpSpPr>
        <p:sp>
          <p:nvSpPr>
            <p:cNvPr id="232" name="object 52"/>
            <p:cNvSpPr/>
            <p:nvPr/>
          </p:nvSpPr>
          <p:spPr>
            <a:xfrm>
              <a:off x="4685284" y="344220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232" y="7238"/>
                  </a:lnTo>
                  <a:lnTo>
                    <a:pt x="51562" y="27431"/>
                  </a:lnTo>
                  <a:lnTo>
                    <a:pt x="24383" y="58292"/>
                  </a:lnTo>
                  <a:lnTo>
                    <a:pt x="6476" y="97281"/>
                  </a:lnTo>
                  <a:lnTo>
                    <a:pt x="0" y="142366"/>
                  </a:lnTo>
                  <a:lnTo>
                    <a:pt x="6476" y="187324"/>
                  </a:lnTo>
                  <a:lnTo>
                    <a:pt x="24383" y="226440"/>
                  </a:lnTo>
                  <a:lnTo>
                    <a:pt x="51562" y="257174"/>
                  </a:lnTo>
                  <a:lnTo>
                    <a:pt x="86232" y="277494"/>
                  </a:lnTo>
                  <a:lnTo>
                    <a:pt x="125983" y="284733"/>
                  </a:lnTo>
                  <a:lnTo>
                    <a:pt x="165735" y="277494"/>
                  </a:lnTo>
                  <a:lnTo>
                    <a:pt x="200278" y="257174"/>
                  </a:lnTo>
                  <a:lnTo>
                    <a:pt x="227583" y="226440"/>
                  </a:lnTo>
                  <a:lnTo>
                    <a:pt x="245490" y="187324"/>
                  </a:lnTo>
                  <a:lnTo>
                    <a:pt x="251840" y="142366"/>
                  </a:lnTo>
                  <a:lnTo>
                    <a:pt x="245490" y="97281"/>
                  </a:lnTo>
                  <a:lnTo>
                    <a:pt x="227583" y="58292"/>
                  </a:lnTo>
                  <a:lnTo>
                    <a:pt x="200278" y="27431"/>
                  </a:lnTo>
                  <a:lnTo>
                    <a:pt x="165735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53"/>
            <p:cNvSpPr/>
            <p:nvPr/>
          </p:nvSpPr>
          <p:spPr>
            <a:xfrm>
              <a:off x="4685284" y="344220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76" y="97281"/>
                  </a:lnTo>
                  <a:lnTo>
                    <a:pt x="24383" y="58292"/>
                  </a:lnTo>
                  <a:lnTo>
                    <a:pt x="51562" y="27431"/>
                  </a:lnTo>
                  <a:lnTo>
                    <a:pt x="86232" y="7238"/>
                  </a:lnTo>
                  <a:lnTo>
                    <a:pt x="125983" y="0"/>
                  </a:lnTo>
                  <a:lnTo>
                    <a:pt x="165735" y="7238"/>
                  </a:lnTo>
                  <a:lnTo>
                    <a:pt x="200278" y="27431"/>
                  </a:lnTo>
                  <a:lnTo>
                    <a:pt x="227583" y="58292"/>
                  </a:lnTo>
                  <a:lnTo>
                    <a:pt x="245490" y="97281"/>
                  </a:lnTo>
                  <a:lnTo>
                    <a:pt x="251840" y="142366"/>
                  </a:lnTo>
                  <a:lnTo>
                    <a:pt x="245490" y="187324"/>
                  </a:lnTo>
                  <a:lnTo>
                    <a:pt x="227583" y="226440"/>
                  </a:lnTo>
                  <a:lnTo>
                    <a:pt x="200278" y="257174"/>
                  </a:lnTo>
                  <a:lnTo>
                    <a:pt x="165735" y="277494"/>
                  </a:lnTo>
                  <a:lnTo>
                    <a:pt x="125983" y="284733"/>
                  </a:lnTo>
                  <a:lnTo>
                    <a:pt x="86232" y="277494"/>
                  </a:lnTo>
                  <a:lnTo>
                    <a:pt x="51562" y="257174"/>
                  </a:lnTo>
                  <a:lnTo>
                    <a:pt x="24383" y="226440"/>
                  </a:lnTo>
                  <a:lnTo>
                    <a:pt x="6476" y="187324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54"/>
          <p:cNvSpPr txBox="1"/>
          <p:nvPr/>
        </p:nvSpPr>
        <p:spPr>
          <a:xfrm>
            <a:off x="4727194" y="3462654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5" name="object 55"/>
          <p:cNvGrpSpPr/>
          <p:nvPr/>
        </p:nvGrpSpPr>
        <p:grpSpPr>
          <a:xfrm>
            <a:off x="6255639" y="3410330"/>
            <a:ext cx="264795" cy="297815"/>
            <a:chOff x="6255639" y="3410330"/>
            <a:chExt cx="264795" cy="297815"/>
          </a:xfrm>
        </p:grpSpPr>
        <p:sp>
          <p:nvSpPr>
            <p:cNvPr id="236" name="object 56"/>
            <p:cNvSpPr/>
            <p:nvPr/>
          </p:nvSpPr>
          <p:spPr>
            <a:xfrm>
              <a:off x="6261989" y="341668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06" y="7239"/>
                  </a:lnTo>
                  <a:lnTo>
                    <a:pt x="51562" y="27432"/>
                  </a:lnTo>
                  <a:lnTo>
                    <a:pt x="24257" y="58293"/>
                  </a:lnTo>
                  <a:lnTo>
                    <a:pt x="6476" y="97409"/>
                  </a:lnTo>
                  <a:lnTo>
                    <a:pt x="0" y="142367"/>
                  </a:lnTo>
                  <a:lnTo>
                    <a:pt x="6476" y="187325"/>
                  </a:lnTo>
                  <a:lnTo>
                    <a:pt x="24257" y="226441"/>
                  </a:lnTo>
                  <a:lnTo>
                    <a:pt x="51562" y="257302"/>
                  </a:lnTo>
                  <a:lnTo>
                    <a:pt x="86106" y="277495"/>
                  </a:lnTo>
                  <a:lnTo>
                    <a:pt x="125984" y="284734"/>
                  </a:lnTo>
                  <a:lnTo>
                    <a:pt x="165862" y="277495"/>
                  </a:lnTo>
                  <a:lnTo>
                    <a:pt x="200406" y="257302"/>
                  </a:lnTo>
                  <a:lnTo>
                    <a:pt x="227711" y="226441"/>
                  </a:lnTo>
                  <a:lnTo>
                    <a:pt x="245490" y="187325"/>
                  </a:lnTo>
                  <a:lnTo>
                    <a:pt x="251967" y="142367"/>
                  </a:lnTo>
                  <a:lnTo>
                    <a:pt x="245490" y="97409"/>
                  </a:lnTo>
                  <a:lnTo>
                    <a:pt x="227711" y="58293"/>
                  </a:lnTo>
                  <a:lnTo>
                    <a:pt x="200406" y="27432"/>
                  </a:lnTo>
                  <a:lnTo>
                    <a:pt x="165862" y="723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57"/>
            <p:cNvSpPr/>
            <p:nvPr/>
          </p:nvSpPr>
          <p:spPr>
            <a:xfrm>
              <a:off x="6261989" y="341668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76" y="97409"/>
                  </a:lnTo>
                  <a:lnTo>
                    <a:pt x="24257" y="58293"/>
                  </a:lnTo>
                  <a:lnTo>
                    <a:pt x="51562" y="27432"/>
                  </a:lnTo>
                  <a:lnTo>
                    <a:pt x="86106" y="7239"/>
                  </a:lnTo>
                  <a:lnTo>
                    <a:pt x="125984" y="0"/>
                  </a:lnTo>
                  <a:lnTo>
                    <a:pt x="165862" y="7239"/>
                  </a:lnTo>
                  <a:lnTo>
                    <a:pt x="200406" y="27432"/>
                  </a:lnTo>
                  <a:lnTo>
                    <a:pt x="227711" y="58293"/>
                  </a:lnTo>
                  <a:lnTo>
                    <a:pt x="245490" y="97409"/>
                  </a:lnTo>
                  <a:lnTo>
                    <a:pt x="251967" y="142367"/>
                  </a:lnTo>
                  <a:lnTo>
                    <a:pt x="245490" y="187325"/>
                  </a:lnTo>
                  <a:lnTo>
                    <a:pt x="227711" y="226441"/>
                  </a:lnTo>
                  <a:lnTo>
                    <a:pt x="200406" y="257302"/>
                  </a:lnTo>
                  <a:lnTo>
                    <a:pt x="165862" y="277495"/>
                  </a:lnTo>
                  <a:lnTo>
                    <a:pt x="125984" y="284734"/>
                  </a:lnTo>
                  <a:lnTo>
                    <a:pt x="86106" y="277495"/>
                  </a:lnTo>
                  <a:lnTo>
                    <a:pt x="51562" y="257302"/>
                  </a:lnTo>
                  <a:lnTo>
                    <a:pt x="24257" y="226441"/>
                  </a:lnTo>
                  <a:lnTo>
                    <a:pt x="6476" y="187325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8" name="object 58"/>
          <p:cNvSpPr txBox="1"/>
          <p:nvPr/>
        </p:nvSpPr>
        <p:spPr>
          <a:xfrm>
            <a:off x="6304534" y="3437001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39" name="object 59"/>
          <p:cNvGrpSpPr/>
          <p:nvPr/>
        </p:nvGrpSpPr>
        <p:grpSpPr>
          <a:xfrm>
            <a:off x="5095875" y="2488183"/>
            <a:ext cx="264795" cy="297815"/>
            <a:chOff x="5095875" y="2488183"/>
            <a:chExt cx="264795" cy="297815"/>
          </a:xfrm>
        </p:grpSpPr>
        <p:sp>
          <p:nvSpPr>
            <p:cNvPr id="240" name="object 60"/>
            <p:cNvSpPr/>
            <p:nvPr/>
          </p:nvSpPr>
          <p:spPr>
            <a:xfrm>
              <a:off x="5102225" y="249453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233" y="7365"/>
                  </a:lnTo>
                  <a:lnTo>
                    <a:pt x="51562" y="27558"/>
                  </a:lnTo>
                  <a:lnTo>
                    <a:pt x="24384" y="58292"/>
                  </a:lnTo>
                  <a:lnTo>
                    <a:pt x="6476" y="97408"/>
                  </a:lnTo>
                  <a:lnTo>
                    <a:pt x="0" y="142366"/>
                  </a:lnTo>
                  <a:lnTo>
                    <a:pt x="6476" y="187451"/>
                  </a:lnTo>
                  <a:lnTo>
                    <a:pt x="24384" y="226440"/>
                  </a:lnTo>
                  <a:lnTo>
                    <a:pt x="51562" y="257301"/>
                  </a:lnTo>
                  <a:lnTo>
                    <a:pt x="86233" y="277367"/>
                  </a:lnTo>
                  <a:lnTo>
                    <a:pt x="125984" y="284606"/>
                  </a:lnTo>
                  <a:lnTo>
                    <a:pt x="165862" y="277367"/>
                  </a:lnTo>
                  <a:lnTo>
                    <a:pt x="200405" y="257301"/>
                  </a:lnTo>
                  <a:lnTo>
                    <a:pt x="227711" y="226440"/>
                  </a:lnTo>
                  <a:lnTo>
                    <a:pt x="245490" y="187451"/>
                  </a:lnTo>
                  <a:lnTo>
                    <a:pt x="251967" y="142366"/>
                  </a:lnTo>
                  <a:lnTo>
                    <a:pt x="245490" y="97408"/>
                  </a:lnTo>
                  <a:lnTo>
                    <a:pt x="227711" y="58292"/>
                  </a:lnTo>
                  <a:lnTo>
                    <a:pt x="200405" y="27558"/>
                  </a:lnTo>
                  <a:lnTo>
                    <a:pt x="165862" y="7365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61"/>
            <p:cNvSpPr/>
            <p:nvPr/>
          </p:nvSpPr>
          <p:spPr>
            <a:xfrm>
              <a:off x="5102225" y="249453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76" y="97408"/>
                  </a:lnTo>
                  <a:lnTo>
                    <a:pt x="24384" y="58292"/>
                  </a:lnTo>
                  <a:lnTo>
                    <a:pt x="51562" y="27558"/>
                  </a:lnTo>
                  <a:lnTo>
                    <a:pt x="86233" y="7365"/>
                  </a:lnTo>
                  <a:lnTo>
                    <a:pt x="125984" y="0"/>
                  </a:lnTo>
                  <a:lnTo>
                    <a:pt x="165862" y="7365"/>
                  </a:lnTo>
                  <a:lnTo>
                    <a:pt x="200405" y="27558"/>
                  </a:lnTo>
                  <a:lnTo>
                    <a:pt x="227711" y="58292"/>
                  </a:lnTo>
                  <a:lnTo>
                    <a:pt x="245490" y="97408"/>
                  </a:lnTo>
                  <a:lnTo>
                    <a:pt x="251967" y="142366"/>
                  </a:lnTo>
                  <a:lnTo>
                    <a:pt x="245490" y="187451"/>
                  </a:lnTo>
                  <a:lnTo>
                    <a:pt x="227711" y="226440"/>
                  </a:lnTo>
                  <a:lnTo>
                    <a:pt x="200405" y="257301"/>
                  </a:lnTo>
                  <a:lnTo>
                    <a:pt x="165862" y="277367"/>
                  </a:lnTo>
                  <a:lnTo>
                    <a:pt x="125984" y="284606"/>
                  </a:lnTo>
                  <a:lnTo>
                    <a:pt x="86233" y="277367"/>
                  </a:lnTo>
                  <a:lnTo>
                    <a:pt x="51562" y="257301"/>
                  </a:lnTo>
                  <a:lnTo>
                    <a:pt x="24384" y="226440"/>
                  </a:lnTo>
                  <a:lnTo>
                    <a:pt x="6476" y="187451"/>
                  </a:lnTo>
                  <a:lnTo>
                    <a:pt x="0" y="14236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2" name="object 62"/>
          <p:cNvSpPr txBox="1"/>
          <p:nvPr/>
        </p:nvSpPr>
        <p:spPr>
          <a:xfrm>
            <a:off x="5144515" y="2514727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3" name="object 63"/>
          <p:cNvGrpSpPr/>
          <p:nvPr/>
        </p:nvGrpSpPr>
        <p:grpSpPr>
          <a:xfrm>
            <a:off x="5297170" y="4640326"/>
            <a:ext cx="264795" cy="297815"/>
            <a:chOff x="5297170" y="4640326"/>
            <a:chExt cx="264795" cy="297815"/>
          </a:xfrm>
        </p:grpSpPr>
        <p:sp>
          <p:nvSpPr>
            <p:cNvPr id="244" name="object 64"/>
            <p:cNvSpPr/>
            <p:nvPr/>
          </p:nvSpPr>
          <p:spPr>
            <a:xfrm>
              <a:off x="5303520" y="464667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105" y="7238"/>
                  </a:lnTo>
                  <a:lnTo>
                    <a:pt x="51562" y="27431"/>
                  </a:lnTo>
                  <a:lnTo>
                    <a:pt x="24256" y="58293"/>
                  </a:lnTo>
                  <a:lnTo>
                    <a:pt x="6476" y="97409"/>
                  </a:lnTo>
                  <a:lnTo>
                    <a:pt x="0" y="142367"/>
                  </a:lnTo>
                  <a:lnTo>
                    <a:pt x="6476" y="187325"/>
                  </a:lnTo>
                  <a:lnTo>
                    <a:pt x="24256" y="226313"/>
                  </a:lnTo>
                  <a:lnTo>
                    <a:pt x="51562" y="257175"/>
                  </a:lnTo>
                  <a:lnTo>
                    <a:pt x="86105" y="277368"/>
                  </a:lnTo>
                  <a:lnTo>
                    <a:pt x="125856" y="284606"/>
                  </a:lnTo>
                  <a:lnTo>
                    <a:pt x="165734" y="277368"/>
                  </a:lnTo>
                  <a:lnTo>
                    <a:pt x="200278" y="257175"/>
                  </a:lnTo>
                  <a:lnTo>
                    <a:pt x="227583" y="226313"/>
                  </a:lnTo>
                  <a:lnTo>
                    <a:pt x="245490" y="187325"/>
                  </a:lnTo>
                  <a:lnTo>
                    <a:pt x="251840" y="142367"/>
                  </a:lnTo>
                  <a:lnTo>
                    <a:pt x="245490" y="97409"/>
                  </a:lnTo>
                  <a:lnTo>
                    <a:pt x="227583" y="58293"/>
                  </a:lnTo>
                  <a:lnTo>
                    <a:pt x="200278" y="27431"/>
                  </a:lnTo>
                  <a:lnTo>
                    <a:pt x="165734" y="7238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65"/>
            <p:cNvSpPr/>
            <p:nvPr/>
          </p:nvSpPr>
          <p:spPr>
            <a:xfrm>
              <a:off x="5303520" y="464667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76" y="97409"/>
                  </a:lnTo>
                  <a:lnTo>
                    <a:pt x="24256" y="58293"/>
                  </a:lnTo>
                  <a:lnTo>
                    <a:pt x="51562" y="27431"/>
                  </a:lnTo>
                  <a:lnTo>
                    <a:pt x="86105" y="7238"/>
                  </a:lnTo>
                  <a:lnTo>
                    <a:pt x="125856" y="0"/>
                  </a:lnTo>
                  <a:lnTo>
                    <a:pt x="165734" y="7238"/>
                  </a:lnTo>
                  <a:lnTo>
                    <a:pt x="200278" y="27431"/>
                  </a:lnTo>
                  <a:lnTo>
                    <a:pt x="227583" y="58293"/>
                  </a:lnTo>
                  <a:lnTo>
                    <a:pt x="245490" y="97409"/>
                  </a:lnTo>
                  <a:lnTo>
                    <a:pt x="251840" y="142367"/>
                  </a:lnTo>
                  <a:lnTo>
                    <a:pt x="245490" y="187325"/>
                  </a:lnTo>
                  <a:lnTo>
                    <a:pt x="227583" y="226313"/>
                  </a:lnTo>
                  <a:lnTo>
                    <a:pt x="200278" y="257175"/>
                  </a:lnTo>
                  <a:lnTo>
                    <a:pt x="165734" y="277368"/>
                  </a:lnTo>
                  <a:lnTo>
                    <a:pt x="125856" y="284606"/>
                  </a:lnTo>
                  <a:lnTo>
                    <a:pt x="86105" y="277368"/>
                  </a:lnTo>
                  <a:lnTo>
                    <a:pt x="51562" y="257175"/>
                  </a:lnTo>
                  <a:lnTo>
                    <a:pt x="24256" y="226313"/>
                  </a:lnTo>
                  <a:lnTo>
                    <a:pt x="6476" y="187325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6" name="object 66"/>
          <p:cNvSpPr txBox="1"/>
          <p:nvPr/>
        </p:nvSpPr>
        <p:spPr>
          <a:xfrm>
            <a:off x="5345938" y="4667504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7" name="object 67"/>
          <p:cNvSpPr txBox="1"/>
          <p:nvPr/>
        </p:nvSpPr>
        <p:spPr>
          <a:xfrm>
            <a:off x="815746" y="3257665"/>
            <a:ext cx="167640" cy="6705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8" name="object 68"/>
          <p:cNvSpPr txBox="1"/>
          <p:nvPr/>
        </p:nvSpPr>
        <p:spPr>
          <a:xfrm>
            <a:off x="6734302" y="912621"/>
            <a:ext cx="163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Part</a:t>
            </a:r>
            <a:r>
              <a:rPr sz="1800" b="1" u="sng" spc="-45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800" b="1" u="sng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No.</a:t>
            </a:r>
            <a:r>
              <a:rPr sz="1800" b="1" u="sng" spc="-75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800" b="1" u="sng" spc="-10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981/982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9" name="object 69"/>
          <p:cNvGrpSpPr/>
          <p:nvPr/>
        </p:nvGrpSpPr>
        <p:grpSpPr>
          <a:xfrm>
            <a:off x="6726046" y="1401699"/>
            <a:ext cx="265430" cy="317500"/>
            <a:chOff x="6726046" y="1401699"/>
            <a:chExt cx="265430" cy="317500"/>
          </a:xfrm>
        </p:grpSpPr>
        <p:sp>
          <p:nvSpPr>
            <p:cNvPr id="250" name="object 70"/>
            <p:cNvSpPr/>
            <p:nvPr/>
          </p:nvSpPr>
          <p:spPr>
            <a:xfrm>
              <a:off x="6732396" y="140804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59" y="7747"/>
                  </a:lnTo>
                  <a:lnTo>
                    <a:pt x="51688" y="29337"/>
                  </a:lnTo>
                  <a:lnTo>
                    <a:pt x="24383" y="62356"/>
                  </a:lnTo>
                  <a:lnTo>
                    <a:pt x="6476" y="104266"/>
                  </a:lnTo>
                  <a:lnTo>
                    <a:pt x="0" y="152400"/>
                  </a:lnTo>
                  <a:lnTo>
                    <a:pt x="6476" y="200533"/>
                  </a:lnTo>
                  <a:lnTo>
                    <a:pt x="24383" y="242442"/>
                  </a:lnTo>
                  <a:lnTo>
                    <a:pt x="51688" y="275463"/>
                  </a:lnTo>
                  <a:lnTo>
                    <a:pt x="86359" y="297052"/>
                  </a:lnTo>
                  <a:lnTo>
                    <a:pt x="126237" y="304800"/>
                  </a:lnTo>
                  <a:lnTo>
                    <a:pt x="166116" y="297052"/>
                  </a:lnTo>
                  <a:lnTo>
                    <a:pt x="200786" y="275463"/>
                  </a:lnTo>
                  <a:lnTo>
                    <a:pt x="228092" y="242442"/>
                  </a:lnTo>
                  <a:lnTo>
                    <a:pt x="245999" y="200533"/>
                  </a:lnTo>
                  <a:lnTo>
                    <a:pt x="252475" y="152400"/>
                  </a:lnTo>
                  <a:lnTo>
                    <a:pt x="245999" y="104266"/>
                  </a:lnTo>
                  <a:lnTo>
                    <a:pt x="228092" y="62356"/>
                  </a:lnTo>
                  <a:lnTo>
                    <a:pt x="200786" y="29337"/>
                  </a:lnTo>
                  <a:lnTo>
                    <a:pt x="166116" y="7747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71"/>
            <p:cNvSpPr/>
            <p:nvPr/>
          </p:nvSpPr>
          <p:spPr>
            <a:xfrm>
              <a:off x="6732396" y="140804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6"/>
                  </a:lnTo>
                  <a:lnTo>
                    <a:pt x="24383" y="62356"/>
                  </a:lnTo>
                  <a:lnTo>
                    <a:pt x="51688" y="29337"/>
                  </a:lnTo>
                  <a:lnTo>
                    <a:pt x="86359" y="7747"/>
                  </a:lnTo>
                  <a:lnTo>
                    <a:pt x="126237" y="0"/>
                  </a:lnTo>
                  <a:lnTo>
                    <a:pt x="166116" y="7747"/>
                  </a:lnTo>
                  <a:lnTo>
                    <a:pt x="200786" y="29337"/>
                  </a:lnTo>
                  <a:lnTo>
                    <a:pt x="228092" y="62356"/>
                  </a:lnTo>
                  <a:lnTo>
                    <a:pt x="245999" y="104266"/>
                  </a:lnTo>
                  <a:lnTo>
                    <a:pt x="252475" y="152400"/>
                  </a:lnTo>
                  <a:lnTo>
                    <a:pt x="245999" y="200533"/>
                  </a:lnTo>
                  <a:lnTo>
                    <a:pt x="228092" y="242442"/>
                  </a:lnTo>
                  <a:lnTo>
                    <a:pt x="200786" y="275463"/>
                  </a:lnTo>
                  <a:lnTo>
                    <a:pt x="166116" y="297052"/>
                  </a:lnTo>
                  <a:lnTo>
                    <a:pt x="126237" y="304800"/>
                  </a:lnTo>
                  <a:lnTo>
                    <a:pt x="86359" y="297052"/>
                  </a:lnTo>
                  <a:lnTo>
                    <a:pt x="51688" y="275463"/>
                  </a:lnTo>
                  <a:lnTo>
                    <a:pt x="24383" y="242442"/>
                  </a:lnTo>
                  <a:lnTo>
                    <a:pt x="6476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72"/>
          <p:cNvSpPr txBox="1"/>
          <p:nvPr/>
        </p:nvSpPr>
        <p:spPr>
          <a:xfrm>
            <a:off x="6789166" y="138087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3" name="object 73"/>
          <p:cNvGrpSpPr/>
          <p:nvPr/>
        </p:nvGrpSpPr>
        <p:grpSpPr>
          <a:xfrm>
            <a:off x="6707123" y="1860423"/>
            <a:ext cx="265430" cy="317500"/>
            <a:chOff x="6707123" y="1860423"/>
            <a:chExt cx="265430" cy="317500"/>
          </a:xfrm>
        </p:grpSpPr>
        <p:sp>
          <p:nvSpPr>
            <p:cNvPr id="254" name="object 74"/>
            <p:cNvSpPr/>
            <p:nvPr/>
          </p:nvSpPr>
          <p:spPr>
            <a:xfrm>
              <a:off x="6713473" y="1866773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59" y="7747"/>
                  </a:lnTo>
                  <a:lnTo>
                    <a:pt x="51689" y="29337"/>
                  </a:lnTo>
                  <a:lnTo>
                    <a:pt x="24383" y="62356"/>
                  </a:lnTo>
                  <a:lnTo>
                    <a:pt x="6476" y="104266"/>
                  </a:lnTo>
                  <a:lnTo>
                    <a:pt x="0" y="152400"/>
                  </a:lnTo>
                  <a:lnTo>
                    <a:pt x="6476" y="200532"/>
                  </a:lnTo>
                  <a:lnTo>
                    <a:pt x="24383" y="242315"/>
                  </a:lnTo>
                  <a:lnTo>
                    <a:pt x="51689" y="275336"/>
                  </a:lnTo>
                  <a:lnTo>
                    <a:pt x="86359" y="297052"/>
                  </a:lnTo>
                  <a:lnTo>
                    <a:pt x="126237" y="304800"/>
                  </a:lnTo>
                  <a:lnTo>
                    <a:pt x="166116" y="297052"/>
                  </a:lnTo>
                  <a:lnTo>
                    <a:pt x="200659" y="275336"/>
                  </a:lnTo>
                  <a:lnTo>
                    <a:pt x="227965" y="242315"/>
                  </a:lnTo>
                  <a:lnTo>
                    <a:pt x="245872" y="200532"/>
                  </a:lnTo>
                  <a:lnTo>
                    <a:pt x="252349" y="152400"/>
                  </a:lnTo>
                  <a:lnTo>
                    <a:pt x="245872" y="104266"/>
                  </a:lnTo>
                  <a:lnTo>
                    <a:pt x="227965" y="62356"/>
                  </a:lnTo>
                  <a:lnTo>
                    <a:pt x="200659" y="29337"/>
                  </a:lnTo>
                  <a:lnTo>
                    <a:pt x="166116" y="7747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75"/>
            <p:cNvSpPr/>
            <p:nvPr/>
          </p:nvSpPr>
          <p:spPr>
            <a:xfrm>
              <a:off x="6713473" y="1866773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6"/>
                  </a:lnTo>
                  <a:lnTo>
                    <a:pt x="24383" y="62356"/>
                  </a:lnTo>
                  <a:lnTo>
                    <a:pt x="51689" y="29337"/>
                  </a:lnTo>
                  <a:lnTo>
                    <a:pt x="86359" y="7747"/>
                  </a:lnTo>
                  <a:lnTo>
                    <a:pt x="126237" y="0"/>
                  </a:lnTo>
                  <a:lnTo>
                    <a:pt x="166116" y="7747"/>
                  </a:lnTo>
                  <a:lnTo>
                    <a:pt x="200659" y="29337"/>
                  </a:lnTo>
                  <a:lnTo>
                    <a:pt x="227965" y="62356"/>
                  </a:lnTo>
                  <a:lnTo>
                    <a:pt x="245872" y="104266"/>
                  </a:lnTo>
                  <a:lnTo>
                    <a:pt x="252349" y="152400"/>
                  </a:lnTo>
                  <a:lnTo>
                    <a:pt x="245872" y="200532"/>
                  </a:lnTo>
                  <a:lnTo>
                    <a:pt x="227965" y="242315"/>
                  </a:lnTo>
                  <a:lnTo>
                    <a:pt x="200659" y="275336"/>
                  </a:lnTo>
                  <a:lnTo>
                    <a:pt x="166116" y="297052"/>
                  </a:lnTo>
                  <a:lnTo>
                    <a:pt x="126237" y="304800"/>
                  </a:lnTo>
                  <a:lnTo>
                    <a:pt x="86359" y="297052"/>
                  </a:lnTo>
                  <a:lnTo>
                    <a:pt x="51689" y="275336"/>
                  </a:lnTo>
                  <a:lnTo>
                    <a:pt x="24383" y="242315"/>
                  </a:lnTo>
                  <a:lnTo>
                    <a:pt x="647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6" name="object 76"/>
          <p:cNvSpPr txBox="1"/>
          <p:nvPr/>
        </p:nvSpPr>
        <p:spPr>
          <a:xfrm>
            <a:off x="6770369" y="183959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7" name="object 77"/>
          <p:cNvGrpSpPr/>
          <p:nvPr/>
        </p:nvGrpSpPr>
        <p:grpSpPr>
          <a:xfrm>
            <a:off x="6721729" y="2319020"/>
            <a:ext cx="265430" cy="317500"/>
            <a:chOff x="6721729" y="2319020"/>
            <a:chExt cx="265430" cy="317500"/>
          </a:xfrm>
        </p:grpSpPr>
        <p:sp>
          <p:nvSpPr>
            <p:cNvPr id="258" name="object 78"/>
            <p:cNvSpPr/>
            <p:nvPr/>
          </p:nvSpPr>
          <p:spPr>
            <a:xfrm>
              <a:off x="6728079" y="232537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60" y="7746"/>
                  </a:lnTo>
                  <a:lnTo>
                    <a:pt x="51689" y="29337"/>
                  </a:lnTo>
                  <a:lnTo>
                    <a:pt x="24384" y="62356"/>
                  </a:lnTo>
                  <a:lnTo>
                    <a:pt x="6476" y="104266"/>
                  </a:lnTo>
                  <a:lnTo>
                    <a:pt x="0" y="152400"/>
                  </a:lnTo>
                  <a:lnTo>
                    <a:pt x="6476" y="200532"/>
                  </a:lnTo>
                  <a:lnTo>
                    <a:pt x="24384" y="242442"/>
                  </a:lnTo>
                  <a:lnTo>
                    <a:pt x="51689" y="275463"/>
                  </a:lnTo>
                  <a:lnTo>
                    <a:pt x="86360" y="297052"/>
                  </a:lnTo>
                  <a:lnTo>
                    <a:pt x="126238" y="304800"/>
                  </a:lnTo>
                  <a:lnTo>
                    <a:pt x="166116" y="297052"/>
                  </a:lnTo>
                  <a:lnTo>
                    <a:pt x="200787" y="275463"/>
                  </a:lnTo>
                  <a:lnTo>
                    <a:pt x="228092" y="242442"/>
                  </a:lnTo>
                  <a:lnTo>
                    <a:pt x="245999" y="200532"/>
                  </a:lnTo>
                  <a:lnTo>
                    <a:pt x="252475" y="152400"/>
                  </a:lnTo>
                  <a:lnTo>
                    <a:pt x="245999" y="104266"/>
                  </a:lnTo>
                  <a:lnTo>
                    <a:pt x="228092" y="62356"/>
                  </a:lnTo>
                  <a:lnTo>
                    <a:pt x="200787" y="29337"/>
                  </a:lnTo>
                  <a:lnTo>
                    <a:pt x="166116" y="7746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79"/>
            <p:cNvSpPr/>
            <p:nvPr/>
          </p:nvSpPr>
          <p:spPr>
            <a:xfrm>
              <a:off x="6728079" y="232537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6"/>
                  </a:lnTo>
                  <a:lnTo>
                    <a:pt x="24384" y="62356"/>
                  </a:lnTo>
                  <a:lnTo>
                    <a:pt x="51689" y="29337"/>
                  </a:lnTo>
                  <a:lnTo>
                    <a:pt x="86360" y="7746"/>
                  </a:lnTo>
                  <a:lnTo>
                    <a:pt x="126238" y="0"/>
                  </a:lnTo>
                  <a:lnTo>
                    <a:pt x="166116" y="7746"/>
                  </a:lnTo>
                  <a:lnTo>
                    <a:pt x="200787" y="29337"/>
                  </a:lnTo>
                  <a:lnTo>
                    <a:pt x="228092" y="62356"/>
                  </a:lnTo>
                  <a:lnTo>
                    <a:pt x="245999" y="104266"/>
                  </a:lnTo>
                  <a:lnTo>
                    <a:pt x="252475" y="152400"/>
                  </a:lnTo>
                  <a:lnTo>
                    <a:pt x="245999" y="200532"/>
                  </a:lnTo>
                  <a:lnTo>
                    <a:pt x="228092" y="242442"/>
                  </a:lnTo>
                  <a:lnTo>
                    <a:pt x="200787" y="275463"/>
                  </a:lnTo>
                  <a:lnTo>
                    <a:pt x="166116" y="297052"/>
                  </a:lnTo>
                  <a:lnTo>
                    <a:pt x="126238" y="304800"/>
                  </a:lnTo>
                  <a:lnTo>
                    <a:pt x="86360" y="297052"/>
                  </a:lnTo>
                  <a:lnTo>
                    <a:pt x="51689" y="275463"/>
                  </a:lnTo>
                  <a:lnTo>
                    <a:pt x="24384" y="242442"/>
                  </a:lnTo>
                  <a:lnTo>
                    <a:pt x="647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0" name="object 80"/>
          <p:cNvSpPr txBox="1"/>
          <p:nvPr/>
        </p:nvSpPr>
        <p:spPr>
          <a:xfrm>
            <a:off x="6784975" y="229801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61" name="object 81"/>
          <p:cNvGrpSpPr/>
          <p:nvPr/>
        </p:nvGrpSpPr>
        <p:grpSpPr>
          <a:xfrm>
            <a:off x="6721729" y="2777744"/>
            <a:ext cx="265430" cy="317500"/>
            <a:chOff x="6721729" y="2777744"/>
            <a:chExt cx="265430" cy="317500"/>
          </a:xfrm>
        </p:grpSpPr>
        <p:sp>
          <p:nvSpPr>
            <p:cNvPr id="262" name="object 82"/>
            <p:cNvSpPr/>
            <p:nvPr/>
          </p:nvSpPr>
          <p:spPr>
            <a:xfrm>
              <a:off x="6728079" y="2784094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60" y="7746"/>
                  </a:lnTo>
                  <a:lnTo>
                    <a:pt x="51689" y="29336"/>
                  </a:lnTo>
                  <a:lnTo>
                    <a:pt x="24384" y="62356"/>
                  </a:lnTo>
                  <a:lnTo>
                    <a:pt x="6476" y="104266"/>
                  </a:lnTo>
                  <a:lnTo>
                    <a:pt x="0" y="152400"/>
                  </a:lnTo>
                  <a:lnTo>
                    <a:pt x="6476" y="200532"/>
                  </a:lnTo>
                  <a:lnTo>
                    <a:pt x="24384" y="242315"/>
                  </a:lnTo>
                  <a:lnTo>
                    <a:pt x="51689" y="275335"/>
                  </a:lnTo>
                  <a:lnTo>
                    <a:pt x="86360" y="297052"/>
                  </a:lnTo>
                  <a:lnTo>
                    <a:pt x="126238" y="304800"/>
                  </a:lnTo>
                  <a:lnTo>
                    <a:pt x="166116" y="297052"/>
                  </a:lnTo>
                  <a:lnTo>
                    <a:pt x="200787" y="275335"/>
                  </a:lnTo>
                  <a:lnTo>
                    <a:pt x="228092" y="242315"/>
                  </a:lnTo>
                  <a:lnTo>
                    <a:pt x="245999" y="200532"/>
                  </a:lnTo>
                  <a:lnTo>
                    <a:pt x="252475" y="152400"/>
                  </a:lnTo>
                  <a:lnTo>
                    <a:pt x="245999" y="104266"/>
                  </a:lnTo>
                  <a:lnTo>
                    <a:pt x="228092" y="62356"/>
                  </a:lnTo>
                  <a:lnTo>
                    <a:pt x="200787" y="29336"/>
                  </a:lnTo>
                  <a:lnTo>
                    <a:pt x="166116" y="7746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83"/>
            <p:cNvSpPr/>
            <p:nvPr/>
          </p:nvSpPr>
          <p:spPr>
            <a:xfrm>
              <a:off x="6728079" y="2784094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6"/>
                  </a:lnTo>
                  <a:lnTo>
                    <a:pt x="24384" y="62356"/>
                  </a:lnTo>
                  <a:lnTo>
                    <a:pt x="51689" y="29336"/>
                  </a:lnTo>
                  <a:lnTo>
                    <a:pt x="86360" y="7746"/>
                  </a:lnTo>
                  <a:lnTo>
                    <a:pt x="126238" y="0"/>
                  </a:lnTo>
                  <a:lnTo>
                    <a:pt x="166116" y="7746"/>
                  </a:lnTo>
                  <a:lnTo>
                    <a:pt x="200787" y="29336"/>
                  </a:lnTo>
                  <a:lnTo>
                    <a:pt x="228092" y="62356"/>
                  </a:lnTo>
                  <a:lnTo>
                    <a:pt x="245999" y="104266"/>
                  </a:lnTo>
                  <a:lnTo>
                    <a:pt x="252475" y="152400"/>
                  </a:lnTo>
                  <a:lnTo>
                    <a:pt x="245999" y="200532"/>
                  </a:lnTo>
                  <a:lnTo>
                    <a:pt x="228092" y="242315"/>
                  </a:lnTo>
                  <a:lnTo>
                    <a:pt x="200787" y="275335"/>
                  </a:lnTo>
                  <a:lnTo>
                    <a:pt x="166116" y="297052"/>
                  </a:lnTo>
                  <a:lnTo>
                    <a:pt x="126238" y="304800"/>
                  </a:lnTo>
                  <a:lnTo>
                    <a:pt x="86360" y="297052"/>
                  </a:lnTo>
                  <a:lnTo>
                    <a:pt x="51689" y="275335"/>
                  </a:lnTo>
                  <a:lnTo>
                    <a:pt x="24384" y="242315"/>
                  </a:lnTo>
                  <a:lnTo>
                    <a:pt x="647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84"/>
          <p:cNvSpPr txBox="1"/>
          <p:nvPr/>
        </p:nvSpPr>
        <p:spPr>
          <a:xfrm>
            <a:off x="6784975" y="275729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65" name="object 85"/>
          <p:cNvGrpSpPr/>
          <p:nvPr/>
        </p:nvGrpSpPr>
        <p:grpSpPr>
          <a:xfrm>
            <a:off x="6735826" y="3236341"/>
            <a:ext cx="265430" cy="317500"/>
            <a:chOff x="6735826" y="3236341"/>
            <a:chExt cx="265430" cy="317500"/>
          </a:xfrm>
        </p:grpSpPr>
        <p:sp>
          <p:nvSpPr>
            <p:cNvPr id="266" name="object 86"/>
            <p:cNvSpPr/>
            <p:nvPr/>
          </p:nvSpPr>
          <p:spPr>
            <a:xfrm>
              <a:off x="6742176" y="3242691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59" y="7747"/>
                  </a:lnTo>
                  <a:lnTo>
                    <a:pt x="51689" y="29337"/>
                  </a:lnTo>
                  <a:lnTo>
                    <a:pt x="24383" y="62357"/>
                  </a:lnTo>
                  <a:lnTo>
                    <a:pt x="6476" y="104267"/>
                  </a:lnTo>
                  <a:lnTo>
                    <a:pt x="0" y="152400"/>
                  </a:lnTo>
                  <a:lnTo>
                    <a:pt x="6476" y="200533"/>
                  </a:lnTo>
                  <a:lnTo>
                    <a:pt x="24383" y="242443"/>
                  </a:lnTo>
                  <a:lnTo>
                    <a:pt x="51689" y="275463"/>
                  </a:lnTo>
                  <a:lnTo>
                    <a:pt x="86359" y="297053"/>
                  </a:lnTo>
                  <a:lnTo>
                    <a:pt x="126238" y="304800"/>
                  </a:lnTo>
                  <a:lnTo>
                    <a:pt x="166116" y="297053"/>
                  </a:lnTo>
                  <a:lnTo>
                    <a:pt x="200659" y="275463"/>
                  </a:lnTo>
                  <a:lnTo>
                    <a:pt x="227965" y="242443"/>
                  </a:lnTo>
                  <a:lnTo>
                    <a:pt x="245872" y="200533"/>
                  </a:lnTo>
                  <a:lnTo>
                    <a:pt x="252349" y="152400"/>
                  </a:lnTo>
                  <a:lnTo>
                    <a:pt x="245872" y="104267"/>
                  </a:lnTo>
                  <a:lnTo>
                    <a:pt x="227965" y="62357"/>
                  </a:lnTo>
                  <a:lnTo>
                    <a:pt x="200659" y="29337"/>
                  </a:lnTo>
                  <a:lnTo>
                    <a:pt x="166116" y="7747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87"/>
            <p:cNvSpPr/>
            <p:nvPr/>
          </p:nvSpPr>
          <p:spPr>
            <a:xfrm>
              <a:off x="6742176" y="3242691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7"/>
                  </a:lnTo>
                  <a:lnTo>
                    <a:pt x="24383" y="62357"/>
                  </a:lnTo>
                  <a:lnTo>
                    <a:pt x="51689" y="29337"/>
                  </a:lnTo>
                  <a:lnTo>
                    <a:pt x="86359" y="7747"/>
                  </a:lnTo>
                  <a:lnTo>
                    <a:pt x="126238" y="0"/>
                  </a:lnTo>
                  <a:lnTo>
                    <a:pt x="166116" y="7747"/>
                  </a:lnTo>
                  <a:lnTo>
                    <a:pt x="200659" y="29337"/>
                  </a:lnTo>
                  <a:lnTo>
                    <a:pt x="227965" y="62357"/>
                  </a:lnTo>
                  <a:lnTo>
                    <a:pt x="245872" y="104267"/>
                  </a:lnTo>
                  <a:lnTo>
                    <a:pt x="252349" y="152400"/>
                  </a:lnTo>
                  <a:lnTo>
                    <a:pt x="245872" y="200533"/>
                  </a:lnTo>
                  <a:lnTo>
                    <a:pt x="227965" y="242443"/>
                  </a:lnTo>
                  <a:lnTo>
                    <a:pt x="200659" y="275463"/>
                  </a:lnTo>
                  <a:lnTo>
                    <a:pt x="166116" y="297053"/>
                  </a:lnTo>
                  <a:lnTo>
                    <a:pt x="126238" y="304800"/>
                  </a:lnTo>
                  <a:lnTo>
                    <a:pt x="86359" y="297053"/>
                  </a:lnTo>
                  <a:lnTo>
                    <a:pt x="51689" y="275463"/>
                  </a:lnTo>
                  <a:lnTo>
                    <a:pt x="24383" y="242443"/>
                  </a:lnTo>
                  <a:lnTo>
                    <a:pt x="6476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8" name="object 88"/>
          <p:cNvSpPr txBox="1"/>
          <p:nvPr/>
        </p:nvSpPr>
        <p:spPr>
          <a:xfrm>
            <a:off x="6798944" y="32160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69" name="object 89"/>
          <p:cNvGrpSpPr/>
          <p:nvPr/>
        </p:nvGrpSpPr>
        <p:grpSpPr>
          <a:xfrm>
            <a:off x="6768465" y="3695065"/>
            <a:ext cx="265430" cy="317500"/>
            <a:chOff x="6768465" y="3695065"/>
            <a:chExt cx="265430" cy="317500"/>
          </a:xfrm>
        </p:grpSpPr>
        <p:sp>
          <p:nvSpPr>
            <p:cNvPr id="270" name="object 90"/>
            <p:cNvSpPr/>
            <p:nvPr/>
          </p:nvSpPr>
          <p:spPr>
            <a:xfrm>
              <a:off x="6774815" y="370141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59" y="7747"/>
                  </a:lnTo>
                  <a:lnTo>
                    <a:pt x="51688" y="29337"/>
                  </a:lnTo>
                  <a:lnTo>
                    <a:pt x="24383" y="62357"/>
                  </a:lnTo>
                  <a:lnTo>
                    <a:pt x="6476" y="104267"/>
                  </a:lnTo>
                  <a:lnTo>
                    <a:pt x="0" y="152400"/>
                  </a:lnTo>
                  <a:lnTo>
                    <a:pt x="6476" y="200533"/>
                  </a:lnTo>
                  <a:lnTo>
                    <a:pt x="24383" y="242316"/>
                  </a:lnTo>
                  <a:lnTo>
                    <a:pt x="51688" y="275336"/>
                  </a:lnTo>
                  <a:lnTo>
                    <a:pt x="86359" y="297053"/>
                  </a:lnTo>
                  <a:lnTo>
                    <a:pt x="126237" y="304800"/>
                  </a:lnTo>
                  <a:lnTo>
                    <a:pt x="166115" y="297053"/>
                  </a:lnTo>
                  <a:lnTo>
                    <a:pt x="200786" y="275336"/>
                  </a:lnTo>
                  <a:lnTo>
                    <a:pt x="228091" y="242316"/>
                  </a:lnTo>
                  <a:lnTo>
                    <a:pt x="245999" y="200533"/>
                  </a:lnTo>
                  <a:lnTo>
                    <a:pt x="252475" y="152400"/>
                  </a:lnTo>
                  <a:lnTo>
                    <a:pt x="245999" y="104267"/>
                  </a:lnTo>
                  <a:lnTo>
                    <a:pt x="228091" y="62357"/>
                  </a:lnTo>
                  <a:lnTo>
                    <a:pt x="200786" y="29337"/>
                  </a:lnTo>
                  <a:lnTo>
                    <a:pt x="166115" y="7747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91"/>
            <p:cNvSpPr/>
            <p:nvPr/>
          </p:nvSpPr>
          <p:spPr>
            <a:xfrm>
              <a:off x="6774815" y="370141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7"/>
                  </a:lnTo>
                  <a:lnTo>
                    <a:pt x="24383" y="62357"/>
                  </a:lnTo>
                  <a:lnTo>
                    <a:pt x="51688" y="29337"/>
                  </a:lnTo>
                  <a:lnTo>
                    <a:pt x="86359" y="7747"/>
                  </a:lnTo>
                  <a:lnTo>
                    <a:pt x="126237" y="0"/>
                  </a:lnTo>
                  <a:lnTo>
                    <a:pt x="166115" y="7747"/>
                  </a:lnTo>
                  <a:lnTo>
                    <a:pt x="200786" y="29337"/>
                  </a:lnTo>
                  <a:lnTo>
                    <a:pt x="228091" y="62357"/>
                  </a:lnTo>
                  <a:lnTo>
                    <a:pt x="245999" y="104267"/>
                  </a:lnTo>
                  <a:lnTo>
                    <a:pt x="252475" y="152400"/>
                  </a:lnTo>
                  <a:lnTo>
                    <a:pt x="245999" y="200533"/>
                  </a:lnTo>
                  <a:lnTo>
                    <a:pt x="228091" y="242316"/>
                  </a:lnTo>
                  <a:lnTo>
                    <a:pt x="200786" y="275336"/>
                  </a:lnTo>
                  <a:lnTo>
                    <a:pt x="166115" y="297053"/>
                  </a:lnTo>
                  <a:lnTo>
                    <a:pt x="126237" y="304800"/>
                  </a:lnTo>
                  <a:lnTo>
                    <a:pt x="86359" y="297053"/>
                  </a:lnTo>
                  <a:lnTo>
                    <a:pt x="51688" y="275336"/>
                  </a:lnTo>
                  <a:lnTo>
                    <a:pt x="24383" y="242316"/>
                  </a:lnTo>
                  <a:lnTo>
                    <a:pt x="6476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92"/>
          <p:cNvSpPr txBox="1"/>
          <p:nvPr/>
        </p:nvSpPr>
        <p:spPr>
          <a:xfrm>
            <a:off x="6831583" y="367444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73" name="object 93"/>
          <p:cNvGrpSpPr/>
          <p:nvPr/>
        </p:nvGrpSpPr>
        <p:grpSpPr>
          <a:xfrm>
            <a:off x="6753732" y="4147439"/>
            <a:ext cx="265430" cy="317500"/>
            <a:chOff x="6753732" y="4147439"/>
            <a:chExt cx="265430" cy="317500"/>
          </a:xfrm>
        </p:grpSpPr>
        <p:sp>
          <p:nvSpPr>
            <p:cNvPr id="274" name="object 94"/>
            <p:cNvSpPr/>
            <p:nvPr/>
          </p:nvSpPr>
          <p:spPr>
            <a:xfrm>
              <a:off x="6760082" y="415378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111" y="0"/>
                  </a:moveTo>
                  <a:lnTo>
                    <a:pt x="86233" y="7747"/>
                  </a:lnTo>
                  <a:lnTo>
                    <a:pt x="51562" y="29463"/>
                  </a:lnTo>
                  <a:lnTo>
                    <a:pt x="24257" y="62484"/>
                  </a:lnTo>
                  <a:lnTo>
                    <a:pt x="6476" y="104267"/>
                  </a:lnTo>
                  <a:lnTo>
                    <a:pt x="0" y="152400"/>
                  </a:lnTo>
                  <a:lnTo>
                    <a:pt x="6476" y="200533"/>
                  </a:lnTo>
                  <a:lnTo>
                    <a:pt x="24257" y="242443"/>
                  </a:lnTo>
                  <a:lnTo>
                    <a:pt x="51562" y="275463"/>
                  </a:lnTo>
                  <a:lnTo>
                    <a:pt x="86233" y="297053"/>
                  </a:lnTo>
                  <a:lnTo>
                    <a:pt x="126111" y="304800"/>
                  </a:lnTo>
                  <a:lnTo>
                    <a:pt x="165989" y="297053"/>
                  </a:lnTo>
                  <a:lnTo>
                    <a:pt x="200660" y="275463"/>
                  </a:lnTo>
                  <a:lnTo>
                    <a:pt x="227965" y="242443"/>
                  </a:lnTo>
                  <a:lnTo>
                    <a:pt x="245872" y="200533"/>
                  </a:lnTo>
                  <a:lnTo>
                    <a:pt x="252349" y="152400"/>
                  </a:lnTo>
                  <a:lnTo>
                    <a:pt x="245872" y="104267"/>
                  </a:lnTo>
                  <a:lnTo>
                    <a:pt x="227965" y="62484"/>
                  </a:lnTo>
                  <a:lnTo>
                    <a:pt x="200660" y="29463"/>
                  </a:lnTo>
                  <a:lnTo>
                    <a:pt x="165989" y="7747"/>
                  </a:lnTo>
                  <a:lnTo>
                    <a:pt x="126111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95"/>
            <p:cNvSpPr/>
            <p:nvPr/>
          </p:nvSpPr>
          <p:spPr>
            <a:xfrm>
              <a:off x="6760082" y="415378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7"/>
                  </a:lnTo>
                  <a:lnTo>
                    <a:pt x="24257" y="62484"/>
                  </a:lnTo>
                  <a:lnTo>
                    <a:pt x="51562" y="29463"/>
                  </a:lnTo>
                  <a:lnTo>
                    <a:pt x="86233" y="7747"/>
                  </a:lnTo>
                  <a:lnTo>
                    <a:pt x="126111" y="0"/>
                  </a:lnTo>
                  <a:lnTo>
                    <a:pt x="165989" y="7747"/>
                  </a:lnTo>
                  <a:lnTo>
                    <a:pt x="200660" y="29463"/>
                  </a:lnTo>
                  <a:lnTo>
                    <a:pt x="227965" y="62484"/>
                  </a:lnTo>
                  <a:lnTo>
                    <a:pt x="245872" y="104267"/>
                  </a:lnTo>
                  <a:lnTo>
                    <a:pt x="252349" y="152400"/>
                  </a:lnTo>
                  <a:lnTo>
                    <a:pt x="245872" y="200533"/>
                  </a:lnTo>
                  <a:lnTo>
                    <a:pt x="227965" y="242443"/>
                  </a:lnTo>
                  <a:lnTo>
                    <a:pt x="200660" y="275463"/>
                  </a:lnTo>
                  <a:lnTo>
                    <a:pt x="165989" y="297053"/>
                  </a:lnTo>
                  <a:lnTo>
                    <a:pt x="126111" y="304800"/>
                  </a:lnTo>
                  <a:lnTo>
                    <a:pt x="86233" y="297053"/>
                  </a:lnTo>
                  <a:lnTo>
                    <a:pt x="51562" y="275463"/>
                  </a:lnTo>
                  <a:lnTo>
                    <a:pt x="24257" y="242443"/>
                  </a:lnTo>
                  <a:lnTo>
                    <a:pt x="6476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96"/>
          <p:cNvSpPr txBox="1"/>
          <p:nvPr/>
        </p:nvSpPr>
        <p:spPr>
          <a:xfrm>
            <a:off x="6816597" y="41277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7" name="object 97"/>
          <p:cNvSpPr txBox="1"/>
          <p:nvPr/>
        </p:nvSpPr>
        <p:spPr>
          <a:xfrm>
            <a:off x="7125081" y="1411351"/>
            <a:ext cx="145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981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8" name="object 98"/>
          <p:cNvSpPr txBox="1"/>
          <p:nvPr/>
        </p:nvSpPr>
        <p:spPr>
          <a:xfrm>
            <a:off x="7125081" y="1755775"/>
            <a:ext cx="1454785" cy="80264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982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I/P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981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OP10-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9" name="object 99"/>
          <p:cNvSpPr txBox="1"/>
          <p:nvPr/>
        </p:nvSpPr>
        <p:spPr>
          <a:xfrm>
            <a:off x="7125081" y="2744215"/>
            <a:ext cx="1043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 panose="020F0502020204030204"/>
                <a:cs typeface="Calibri" panose="020F0502020204030204"/>
              </a:rPr>
              <a:t>981OP20-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0" name="object 100"/>
          <p:cNvSpPr txBox="1"/>
          <p:nvPr/>
        </p:nvSpPr>
        <p:spPr>
          <a:xfrm>
            <a:off x="7125081" y="3176142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982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OP10-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1" name="object 101"/>
          <p:cNvSpPr txBox="1"/>
          <p:nvPr/>
        </p:nvSpPr>
        <p:spPr>
          <a:xfrm>
            <a:off x="7107173" y="3619627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982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OP20-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2" name="object 102"/>
          <p:cNvSpPr txBox="1"/>
          <p:nvPr/>
        </p:nvSpPr>
        <p:spPr>
          <a:xfrm>
            <a:off x="7101585" y="4048760"/>
            <a:ext cx="1549400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105"/>
              </a:spcBef>
            </a:pPr>
            <a:r>
              <a:rPr sz="1800" spc="-40" dirty="0">
                <a:latin typeface="Calibri" panose="020F0502020204030204"/>
                <a:cs typeface="Calibri" panose="020F0502020204030204"/>
              </a:rPr>
              <a:t>Robot(GP25-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12)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981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83" name="object 103"/>
          <p:cNvGrpSpPr/>
          <p:nvPr/>
        </p:nvGrpSpPr>
        <p:grpSpPr>
          <a:xfrm>
            <a:off x="9197085" y="1019047"/>
            <a:ext cx="459105" cy="5193030"/>
            <a:chOff x="9197085" y="1019047"/>
            <a:chExt cx="459105" cy="5193030"/>
          </a:xfrm>
        </p:grpSpPr>
        <p:sp>
          <p:nvSpPr>
            <p:cNvPr id="284" name="object 104"/>
            <p:cNvSpPr/>
            <p:nvPr/>
          </p:nvSpPr>
          <p:spPr>
            <a:xfrm>
              <a:off x="9225660" y="1047622"/>
              <a:ext cx="73025" cy="5135880"/>
            </a:xfrm>
            <a:custGeom>
              <a:avLst/>
              <a:gdLst/>
              <a:ahLst/>
              <a:cxnLst/>
              <a:rect l="l" t="t" r="r" b="b"/>
              <a:pathLst>
                <a:path w="73025" h="5135880">
                  <a:moveTo>
                    <a:pt x="0" y="0"/>
                  </a:moveTo>
                  <a:lnTo>
                    <a:pt x="72771" y="5135651"/>
                  </a:lnTo>
                </a:path>
              </a:pathLst>
            </a:custGeom>
            <a:ln w="57148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105"/>
            <p:cNvSpPr/>
            <p:nvPr/>
          </p:nvSpPr>
          <p:spPr>
            <a:xfrm>
              <a:off x="9374123" y="133311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5">
                  <a:moveTo>
                    <a:pt x="125983" y="0"/>
                  </a:moveTo>
                  <a:lnTo>
                    <a:pt x="86232" y="7238"/>
                  </a:lnTo>
                  <a:lnTo>
                    <a:pt x="51561" y="27431"/>
                  </a:lnTo>
                  <a:lnTo>
                    <a:pt x="24256" y="58292"/>
                  </a:lnTo>
                  <a:lnTo>
                    <a:pt x="6350" y="97408"/>
                  </a:lnTo>
                  <a:lnTo>
                    <a:pt x="0" y="142366"/>
                  </a:lnTo>
                  <a:lnTo>
                    <a:pt x="6350" y="187325"/>
                  </a:lnTo>
                  <a:lnTo>
                    <a:pt x="24256" y="226440"/>
                  </a:lnTo>
                  <a:lnTo>
                    <a:pt x="51561" y="257175"/>
                  </a:lnTo>
                  <a:lnTo>
                    <a:pt x="86232" y="277367"/>
                  </a:lnTo>
                  <a:lnTo>
                    <a:pt x="125983" y="284606"/>
                  </a:lnTo>
                  <a:lnTo>
                    <a:pt x="165734" y="277367"/>
                  </a:lnTo>
                  <a:lnTo>
                    <a:pt x="200405" y="257175"/>
                  </a:lnTo>
                  <a:lnTo>
                    <a:pt x="227583" y="226440"/>
                  </a:lnTo>
                  <a:lnTo>
                    <a:pt x="245491" y="187325"/>
                  </a:lnTo>
                  <a:lnTo>
                    <a:pt x="251968" y="142366"/>
                  </a:lnTo>
                  <a:lnTo>
                    <a:pt x="245491" y="97408"/>
                  </a:lnTo>
                  <a:lnTo>
                    <a:pt x="227583" y="58292"/>
                  </a:lnTo>
                  <a:lnTo>
                    <a:pt x="200405" y="27431"/>
                  </a:lnTo>
                  <a:lnTo>
                    <a:pt x="165734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106"/>
            <p:cNvSpPr/>
            <p:nvPr/>
          </p:nvSpPr>
          <p:spPr>
            <a:xfrm>
              <a:off x="9374123" y="133311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5">
                  <a:moveTo>
                    <a:pt x="0" y="142366"/>
                  </a:moveTo>
                  <a:lnTo>
                    <a:pt x="6350" y="97408"/>
                  </a:lnTo>
                  <a:lnTo>
                    <a:pt x="24256" y="58292"/>
                  </a:lnTo>
                  <a:lnTo>
                    <a:pt x="51561" y="27431"/>
                  </a:lnTo>
                  <a:lnTo>
                    <a:pt x="86232" y="7238"/>
                  </a:lnTo>
                  <a:lnTo>
                    <a:pt x="125983" y="0"/>
                  </a:lnTo>
                  <a:lnTo>
                    <a:pt x="165734" y="7238"/>
                  </a:lnTo>
                  <a:lnTo>
                    <a:pt x="200405" y="27431"/>
                  </a:lnTo>
                  <a:lnTo>
                    <a:pt x="227583" y="58292"/>
                  </a:lnTo>
                  <a:lnTo>
                    <a:pt x="245491" y="97408"/>
                  </a:lnTo>
                  <a:lnTo>
                    <a:pt x="251968" y="142366"/>
                  </a:lnTo>
                  <a:lnTo>
                    <a:pt x="245491" y="187325"/>
                  </a:lnTo>
                  <a:lnTo>
                    <a:pt x="227583" y="226440"/>
                  </a:lnTo>
                  <a:lnTo>
                    <a:pt x="200405" y="257175"/>
                  </a:lnTo>
                  <a:lnTo>
                    <a:pt x="165734" y="277367"/>
                  </a:lnTo>
                  <a:lnTo>
                    <a:pt x="125983" y="284606"/>
                  </a:lnTo>
                  <a:lnTo>
                    <a:pt x="86232" y="277367"/>
                  </a:lnTo>
                  <a:lnTo>
                    <a:pt x="51561" y="257175"/>
                  </a:lnTo>
                  <a:lnTo>
                    <a:pt x="24256" y="226440"/>
                  </a:lnTo>
                  <a:lnTo>
                    <a:pt x="6350" y="187325"/>
                  </a:lnTo>
                  <a:lnTo>
                    <a:pt x="0" y="14236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107"/>
            <p:cNvSpPr/>
            <p:nvPr/>
          </p:nvSpPr>
          <p:spPr>
            <a:xfrm>
              <a:off x="9397745" y="222834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05" y="7238"/>
                  </a:lnTo>
                  <a:lnTo>
                    <a:pt x="51561" y="27432"/>
                  </a:lnTo>
                  <a:lnTo>
                    <a:pt x="24256" y="58293"/>
                  </a:lnTo>
                  <a:lnTo>
                    <a:pt x="6350" y="97282"/>
                  </a:lnTo>
                  <a:lnTo>
                    <a:pt x="0" y="142240"/>
                  </a:lnTo>
                  <a:lnTo>
                    <a:pt x="6350" y="187198"/>
                  </a:lnTo>
                  <a:lnTo>
                    <a:pt x="24256" y="226313"/>
                  </a:lnTo>
                  <a:lnTo>
                    <a:pt x="51561" y="257175"/>
                  </a:lnTo>
                  <a:lnTo>
                    <a:pt x="86105" y="277368"/>
                  </a:lnTo>
                  <a:lnTo>
                    <a:pt x="125983" y="284607"/>
                  </a:lnTo>
                  <a:lnTo>
                    <a:pt x="165734" y="277368"/>
                  </a:lnTo>
                  <a:lnTo>
                    <a:pt x="200405" y="257175"/>
                  </a:lnTo>
                  <a:lnTo>
                    <a:pt x="227583" y="226313"/>
                  </a:lnTo>
                  <a:lnTo>
                    <a:pt x="245490" y="187198"/>
                  </a:lnTo>
                  <a:lnTo>
                    <a:pt x="251968" y="142240"/>
                  </a:lnTo>
                  <a:lnTo>
                    <a:pt x="245490" y="97282"/>
                  </a:lnTo>
                  <a:lnTo>
                    <a:pt x="227583" y="58293"/>
                  </a:lnTo>
                  <a:lnTo>
                    <a:pt x="200405" y="27432"/>
                  </a:lnTo>
                  <a:lnTo>
                    <a:pt x="165734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108"/>
            <p:cNvSpPr/>
            <p:nvPr/>
          </p:nvSpPr>
          <p:spPr>
            <a:xfrm>
              <a:off x="9397745" y="222834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40"/>
                  </a:moveTo>
                  <a:lnTo>
                    <a:pt x="6350" y="97282"/>
                  </a:lnTo>
                  <a:lnTo>
                    <a:pt x="24256" y="58293"/>
                  </a:lnTo>
                  <a:lnTo>
                    <a:pt x="51561" y="27432"/>
                  </a:lnTo>
                  <a:lnTo>
                    <a:pt x="86105" y="7238"/>
                  </a:lnTo>
                  <a:lnTo>
                    <a:pt x="125983" y="0"/>
                  </a:lnTo>
                  <a:lnTo>
                    <a:pt x="165734" y="7238"/>
                  </a:lnTo>
                  <a:lnTo>
                    <a:pt x="200405" y="27432"/>
                  </a:lnTo>
                  <a:lnTo>
                    <a:pt x="227583" y="58293"/>
                  </a:lnTo>
                  <a:lnTo>
                    <a:pt x="245490" y="97282"/>
                  </a:lnTo>
                  <a:lnTo>
                    <a:pt x="251968" y="142240"/>
                  </a:lnTo>
                  <a:lnTo>
                    <a:pt x="245490" y="187198"/>
                  </a:lnTo>
                  <a:lnTo>
                    <a:pt x="227583" y="226313"/>
                  </a:lnTo>
                  <a:lnTo>
                    <a:pt x="200405" y="257175"/>
                  </a:lnTo>
                  <a:lnTo>
                    <a:pt x="165734" y="277368"/>
                  </a:lnTo>
                  <a:lnTo>
                    <a:pt x="125983" y="284607"/>
                  </a:lnTo>
                  <a:lnTo>
                    <a:pt x="86105" y="277368"/>
                  </a:lnTo>
                  <a:lnTo>
                    <a:pt x="51561" y="257175"/>
                  </a:lnTo>
                  <a:lnTo>
                    <a:pt x="24256" y="226313"/>
                  </a:lnTo>
                  <a:lnTo>
                    <a:pt x="6350" y="187198"/>
                  </a:lnTo>
                  <a:lnTo>
                    <a:pt x="0" y="14224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109"/>
          <p:cNvGrpSpPr/>
          <p:nvPr/>
        </p:nvGrpSpPr>
        <p:grpSpPr>
          <a:xfrm>
            <a:off x="6749542" y="4612385"/>
            <a:ext cx="265430" cy="317500"/>
            <a:chOff x="6749542" y="4612385"/>
            <a:chExt cx="265430" cy="317500"/>
          </a:xfrm>
        </p:grpSpPr>
        <p:sp>
          <p:nvSpPr>
            <p:cNvPr id="290" name="object 110"/>
            <p:cNvSpPr/>
            <p:nvPr/>
          </p:nvSpPr>
          <p:spPr>
            <a:xfrm>
              <a:off x="6755892" y="46187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59" y="7746"/>
                  </a:lnTo>
                  <a:lnTo>
                    <a:pt x="51688" y="29337"/>
                  </a:lnTo>
                  <a:lnTo>
                    <a:pt x="24383" y="62356"/>
                  </a:lnTo>
                  <a:lnTo>
                    <a:pt x="6476" y="104266"/>
                  </a:lnTo>
                  <a:lnTo>
                    <a:pt x="0" y="152400"/>
                  </a:lnTo>
                  <a:lnTo>
                    <a:pt x="6476" y="200532"/>
                  </a:lnTo>
                  <a:lnTo>
                    <a:pt x="24383" y="242315"/>
                  </a:lnTo>
                  <a:lnTo>
                    <a:pt x="51688" y="275336"/>
                  </a:lnTo>
                  <a:lnTo>
                    <a:pt x="86359" y="297052"/>
                  </a:lnTo>
                  <a:lnTo>
                    <a:pt x="126237" y="304800"/>
                  </a:lnTo>
                  <a:lnTo>
                    <a:pt x="166115" y="297052"/>
                  </a:lnTo>
                  <a:lnTo>
                    <a:pt x="200786" y="275336"/>
                  </a:lnTo>
                  <a:lnTo>
                    <a:pt x="228091" y="242315"/>
                  </a:lnTo>
                  <a:lnTo>
                    <a:pt x="245999" y="200532"/>
                  </a:lnTo>
                  <a:lnTo>
                    <a:pt x="252475" y="152400"/>
                  </a:lnTo>
                  <a:lnTo>
                    <a:pt x="245999" y="104266"/>
                  </a:lnTo>
                  <a:lnTo>
                    <a:pt x="228091" y="62356"/>
                  </a:lnTo>
                  <a:lnTo>
                    <a:pt x="200786" y="29337"/>
                  </a:lnTo>
                  <a:lnTo>
                    <a:pt x="166115" y="774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111"/>
            <p:cNvSpPr/>
            <p:nvPr/>
          </p:nvSpPr>
          <p:spPr>
            <a:xfrm>
              <a:off x="6755892" y="46187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76" y="104266"/>
                  </a:lnTo>
                  <a:lnTo>
                    <a:pt x="24383" y="62356"/>
                  </a:lnTo>
                  <a:lnTo>
                    <a:pt x="51688" y="29337"/>
                  </a:lnTo>
                  <a:lnTo>
                    <a:pt x="86359" y="7746"/>
                  </a:lnTo>
                  <a:lnTo>
                    <a:pt x="126237" y="0"/>
                  </a:lnTo>
                  <a:lnTo>
                    <a:pt x="166115" y="7746"/>
                  </a:lnTo>
                  <a:lnTo>
                    <a:pt x="200786" y="29337"/>
                  </a:lnTo>
                  <a:lnTo>
                    <a:pt x="228091" y="62356"/>
                  </a:lnTo>
                  <a:lnTo>
                    <a:pt x="245999" y="104266"/>
                  </a:lnTo>
                  <a:lnTo>
                    <a:pt x="252475" y="152400"/>
                  </a:lnTo>
                  <a:lnTo>
                    <a:pt x="245999" y="200532"/>
                  </a:lnTo>
                  <a:lnTo>
                    <a:pt x="228091" y="242315"/>
                  </a:lnTo>
                  <a:lnTo>
                    <a:pt x="200786" y="275336"/>
                  </a:lnTo>
                  <a:lnTo>
                    <a:pt x="166115" y="297052"/>
                  </a:lnTo>
                  <a:lnTo>
                    <a:pt x="126237" y="304800"/>
                  </a:lnTo>
                  <a:lnTo>
                    <a:pt x="86359" y="297052"/>
                  </a:lnTo>
                  <a:lnTo>
                    <a:pt x="51688" y="275336"/>
                  </a:lnTo>
                  <a:lnTo>
                    <a:pt x="24383" y="242315"/>
                  </a:lnTo>
                  <a:lnTo>
                    <a:pt x="647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2" name="object 112"/>
          <p:cNvSpPr txBox="1"/>
          <p:nvPr/>
        </p:nvSpPr>
        <p:spPr>
          <a:xfrm>
            <a:off x="6812660" y="459257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3" name="object 113"/>
          <p:cNvSpPr txBox="1"/>
          <p:nvPr/>
        </p:nvSpPr>
        <p:spPr>
          <a:xfrm>
            <a:off x="9440926" y="2247722"/>
            <a:ext cx="1758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4" name="object 114"/>
          <p:cNvSpPr txBox="1"/>
          <p:nvPr/>
        </p:nvSpPr>
        <p:spPr>
          <a:xfrm>
            <a:off x="9807956" y="887095"/>
            <a:ext cx="1860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Part</a:t>
            </a:r>
            <a:r>
              <a:rPr sz="1800" b="1" u="sng" spc="-45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800" b="1" u="sng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No.</a:t>
            </a:r>
            <a:r>
              <a:rPr sz="1800" b="1" u="sng" spc="-75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800" b="1" u="sng" spc="-10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/>
                <a:cs typeface="Calibri" panose="020F0502020204030204"/>
              </a:rPr>
              <a:t>1386/1790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5" name="object 115"/>
          <p:cNvSpPr txBox="1"/>
          <p:nvPr/>
        </p:nvSpPr>
        <p:spPr>
          <a:xfrm>
            <a:off x="9801606" y="1743202"/>
            <a:ext cx="1208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1386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OP10-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6" name="object 116"/>
          <p:cNvSpPr txBox="1"/>
          <p:nvPr/>
        </p:nvSpPr>
        <p:spPr>
          <a:xfrm>
            <a:off x="9784842" y="2203526"/>
            <a:ext cx="1208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1386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OP20-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7" name="object 117"/>
          <p:cNvSpPr txBox="1"/>
          <p:nvPr/>
        </p:nvSpPr>
        <p:spPr>
          <a:xfrm>
            <a:off x="9757409" y="2542108"/>
            <a:ext cx="1661795" cy="8559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2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Cobot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(UR12e)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1386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98" name="object 118"/>
          <p:cNvGrpSpPr/>
          <p:nvPr/>
        </p:nvGrpSpPr>
        <p:grpSpPr>
          <a:xfrm>
            <a:off x="9411334" y="2692145"/>
            <a:ext cx="264795" cy="297815"/>
            <a:chOff x="9411334" y="2692145"/>
            <a:chExt cx="264795" cy="297815"/>
          </a:xfrm>
        </p:grpSpPr>
        <p:sp>
          <p:nvSpPr>
            <p:cNvPr id="299" name="object 119"/>
            <p:cNvSpPr/>
            <p:nvPr/>
          </p:nvSpPr>
          <p:spPr>
            <a:xfrm>
              <a:off x="9417684" y="269849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06" y="7238"/>
                  </a:lnTo>
                  <a:lnTo>
                    <a:pt x="51562" y="27431"/>
                  </a:lnTo>
                  <a:lnTo>
                    <a:pt x="24257" y="58292"/>
                  </a:lnTo>
                  <a:lnTo>
                    <a:pt x="6350" y="97408"/>
                  </a:lnTo>
                  <a:lnTo>
                    <a:pt x="0" y="142366"/>
                  </a:lnTo>
                  <a:lnTo>
                    <a:pt x="6350" y="187325"/>
                  </a:lnTo>
                  <a:lnTo>
                    <a:pt x="24257" y="226440"/>
                  </a:lnTo>
                  <a:lnTo>
                    <a:pt x="51562" y="257175"/>
                  </a:lnTo>
                  <a:lnTo>
                    <a:pt x="86106" y="277367"/>
                  </a:lnTo>
                  <a:lnTo>
                    <a:pt x="125984" y="284606"/>
                  </a:lnTo>
                  <a:lnTo>
                    <a:pt x="165735" y="277367"/>
                  </a:lnTo>
                  <a:lnTo>
                    <a:pt x="200406" y="257175"/>
                  </a:lnTo>
                  <a:lnTo>
                    <a:pt x="227584" y="226440"/>
                  </a:lnTo>
                  <a:lnTo>
                    <a:pt x="245491" y="187325"/>
                  </a:lnTo>
                  <a:lnTo>
                    <a:pt x="251968" y="142366"/>
                  </a:lnTo>
                  <a:lnTo>
                    <a:pt x="245491" y="97408"/>
                  </a:lnTo>
                  <a:lnTo>
                    <a:pt x="227584" y="58292"/>
                  </a:lnTo>
                  <a:lnTo>
                    <a:pt x="200406" y="27431"/>
                  </a:lnTo>
                  <a:lnTo>
                    <a:pt x="165735" y="7238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120"/>
            <p:cNvSpPr/>
            <p:nvPr/>
          </p:nvSpPr>
          <p:spPr>
            <a:xfrm>
              <a:off x="9417684" y="269849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350" y="97408"/>
                  </a:lnTo>
                  <a:lnTo>
                    <a:pt x="24257" y="58292"/>
                  </a:lnTo>
                  <a:lnTo>
                    <a:pt x="51562" y="27431"/>
                  </a:lnTo>
                  <a:lnTo>
                    <a:pt x="86106" y="7238"/>
                  </a:lnTo>
                  <a:lnTo>
                    <a:pt x="125984" y="0"/>
                  </a:lnTo>
                  <a:lnTo>
                    <a:pt x="165735" y="7238"/>
                  </a:lnTo>
                  <a:lnTo>
                    <a:pt x="200406" y="27431"/>
                  </a:lnTo>
                  <a:lnTo>
                    <a:pt x="227584" y="58292"/>
                  </a:lnTo>
                  <a:lnTo>
                    <a:pt x="245491" y="97408"/>
                  </a:lnTo>
                  <a:lnTo>
                    <a:pt x="251968" y="142366"/>
                  </a:lnTo>
                  <a:lnTo>
                    <a:pt x="245491" y="187325"/>
                  </a:lnTo>
                  <a:lnTo>
                    <a:pt x="227584" y="226440"/>
                  </a:lnTo>
                  <a:lnTo>
                    <a:pt x="200406" y="257175"/>
                  </a:lnTo>
                  <a:lnTo>
                    <a:pt x="165735" y="277367"/>
                  </a:lnTo>
                  <a:lnTo>
                    <a:pt x="125984" y="284606"/>
                  </a:lnTo>
                  <a:lnTo>
                    <a:pt x="86106" y="277367"/>
                  </a:lnTo>
                  <a:lnTo>
                    <a:pt x="51562" y="257175"/>
                  </a:lnTo>
                  <a:lnTo>
                    <a:pt x="24257" y="226440"/>
                  </a:lnTo>
                  <a:lnTo>
                    <a:pt x="6350" y="187325"/>
                  </a:lnTo>
                  <a:lnTo>
                    <a:pt x="0" y="142366"/>
                  </a:lnTo>
                  <a:close/>
                </a:path>
              </a:pathLst>
            </a:custGeom>
            <a:ln w="12698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121"/>
          <p:cNvSpPr txBox="1"/>
          <p:nvPr/>
        </p:nvSpPr>
        <p:spPr>
          <a:xfrm>
            <a:off x="9460738" y="2718561"/>
            <a:ext cx="175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02" name="object 122"/>
          <p:cNvGrpSpPr/>
          <p:nvPr/>
        </p:nvGrpSpPr>
        <p:grpSpPr>
          <a:xfrm>
            <a:off x="9398254" y="3104133"/>
            <a:ext cx="264795" cy="297815"/>
            <a:chOff x="9398254" y="3104133"/>
            <a:chExt cx="264795" cy="297815"/>
          </a:xfrm>
        </p:grpSpPr>
        <p:sp>
          <p:nvSpPr>
            <p:cNvPr id="303" name="object 123"/>
            <p:cNvSpPr/>
            <p:nvPr/>
          </p:nvSpPr>
          <p:spPr>
            <a:xfrm>
              <a:off x="9404604" y="311048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105" y="7238"/>
                  </a:lnTo>
                  <a:lnTo>
                    <a:pt x="51562" y="27431"/>
                  </a:lnTo>
                  <a:lnTo>
                    <a:pt x="24256" y="58292"/>
                  </a:lnTo>
                  <a:lnTo>
                    <a:pt x="6350" y="97281"/>
                  </a:lnTo>
                  <a:lnTo>
                    <a:pt x="0" y="142239"/>
                  </a:lnTo>
                  <a:lnTo>
                    <a:pt x="6350" y="187198"/>
                  </a:lnTo>
                  <a:lnTo>
                    <a:pt x="24256" y="226313"/>
                  </a:lnTo>
                  <a:lnTo>
                    <a:pt x="51562" y="257175"/>
                  </a:lnTo>
                  <a:lnTo>
                    <a:pt x="86105" y="277367"/>
                  </a:lnTo>
                  <a:lnTo>
                    <a:pt x="125856" y="284606"/>
                  </a:lnTo>
                  <a:lnTo>
                    <a:pt x="165607" y="277367"/>
                  </a:lnTo>
                  <a:lnTo>
                    <a:pt x="200278" y="257175"/>
                  </a:lnTo>
                  <a:lnTo>
                    <a:pt x="227456" y="226313"/>
                  </a:lnTo>
                  <a:lnTo>
                    <a:pt x="245364" y="187198"/>
                  </a:lnTo>
                  <a:lnTo>
                    <a:pt x="251841" y="142239"/>
                  </a:lnTo>
                  <a:lnTo>
                    <a:pt x="245364" y="97281"/>
                  </a:lnTo>
                  <a:lnTo>
                    <a:pt x="227456" y="58292"/>
                  </a:lnTo>
                  <a:lnTo>
                    <a:pt x="200278" y="27431"/>
                  </a:lnTo>
                  <a:lnTo>
                    <a:pt x="165607" y="7238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124"/>
            <p:cNvSpPr/>
            <p:nvPr/>
          </p:nvSpPr>
          <p:spPr>
            <a:xfrm>
              <a:off x="9404604" y="311048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350" y="97281"/>
                  </a:lnTo>
                  <a:lnTo>
                    <a:pt x="24256" y="58292"/>
                  </a:lnTo>
                  <a:lnTo>
                    <a:pt x="51562" y="27431"/>
                  </a:lnTo>
                  <a:lnTo>
                    <a:pt x="86105" y="7238"/>
                  </a:lnTo>
                  <a:lnTo>
                    <a:pt x="125856" y="0"/>
                  </a:lnTo>
                  <a:lnTo>
                    <a:pt x="165607" y="7238"/>
                  </a:lnTo>
                  <a:lnTo>
                    <a:pt x="200278" y="27431"/>
                  </a:lnTo>
                  <a:lnTo>
                    <a:pt x="227456" y="58292"/>
                  </a:lnTo>
                  <a:lnTo>
                    <a:pt x="245364" y="97281"/>
                  </a:lnTo>
                  <a:lnTo>
                    <a:pt x="251841" y="142239"/>
                  </a:lnTo>
                  <a:lnTo>
                    <a:pt x="245364" y="187198"/>
                  </a:lnTo>
                  <a:lnTo>
                    <a:pt x="227456" y="226313"/>
                  </a:lnTo>
                  <a:lnTo>
                    <a:pt x="200278" y="257175"/>
                  </a:lnTo>
                  <a:lnTo>
                    <a:pt x="165607" y="277367"/>
                  </a:lnTo>
                  <a:lnTo>
                    <a:pt x="125856" y="284606"/>
                  </a:lnTo>
                  <a:lnTo>
                    <a:pt x="86105" y="277367"/>
                  </a:lnTo>
                  <a:lnTo>
                    <a:pt x="51562" y="257175"/>
                  </a:lnTo>
                  <a:lnTo>
                    <a:pt x="24256" y="226313"/>
                  </a:lnTo>
                  <a:lnTo>
                    <a:pt x="6350" y="187198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5" name="object 125"/>
          <p:cNvSpPr txBox="1"/>
          <p:nvPr/>
        </p:nvSpPr>
        <p:spPr>
          <a:xfrm>
            <a:off x="9448038" y="3130677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06" name="object 126"/>
          <p:cNvGrpSpPr/>
          <p:nvPr/>
        </p:nvGrpSpPr>
        <p:grpSpPr>
          <a:xfrm>
            <a:off x="9416288" y="3562730"/>
            <a:ext cx="264795" cy="297815"/>
            <a:chOff x="9416288" y="3562730"/>
            <a:chExt cx="264795" cy="297815"/>
          </a:xfrm>
        </p:grpSpPr>
        <p:sp>
          <p:nvSpPr>
            <p:cNvPr id="307" name="object 127"/>
            <p:cNvSpPr/>
            <p:nvPr/>
          </p:nvSpPr>
          <p:spPr>
            <a:xfrm>
              <a:off x="9422638" y="356908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05" y="7239"/>
                  </a:lnTo>
                  <a:lnTo>
                    <a:pt x="51561" y="27432"/>
                  </a:lnTo>
                  <a:lnTo>
                    <a:pt x="24256" y="58293"/>
                  </a:lnTo>
                  <a:lnTo>
                    <a:pt x="6350" y="97409"/>
                  </a:lnTo>
                  <a:lnTo>
                    <a:pt x="0" y="142367"/>
                  </a:lnTo>
                  <a:lnTo>
                    <a:pt x="6350" y="187325"/>
                  </a:lnTo>
                  <a:lnTo>
                    <a:pt x="24256" y="226441"/>
                  </a:lnTo>
                  <a:lnTo>
                    <a:pt x="51561" y="257302"/>
                  </a:lnTo>
                  <a:lnTo>
                    <a:pt x="86105" y="277495"/>
                  </a:lnTo>
                  <a:lnTo>
                    <a:pt x="125983" y="284734"/>
                  </a:lnTo>
                  <a:lnTo>
                    <a:pt x="165734" y="277495"/>
                  </a:lnTo>
                  <a:lnTo>
                    <a:pt x="200405" y="257302"/>
                  </a:lnTo>
                  <a:lnTo>
                    <a:pt x="227583" y="226441"/>
                  </a:lnTo>
                  <a:lnTo>
                    <a:pt x="245490" y="187325"/>
                  </a:lnTo>
                  <a:lnTo>
                    <a:pt x="251967" y="142367"/>
                  </a:lnTo>
                  <a:lnTo>
                    <a:pt x="245490" y="97409"/>
                  </a:lnTo>
                  <a:lnTo>
                    <a:pt x="227583" y="58293"/>
                  </a:lnTo>
                  <a:lnTo>
                    <a:pt x="200405" y="27432"/>
                  </a:lnTo>
                  <a:lnTo>
                    <a:pt x="165734" y="723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128"/>
            <p:cNvSpPr/>
            <p:nvPr/>
          </p:nvSpPr>
          <p:spPr>
            <a:xfrm>
              <a:off x="9422638" y="356908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350" y="97409"/>
                  </a:lnTo>
                  <a:lnTo>
                    <a:pt x="24256" y="58293"/>
                  </a:lnTo>
                  <a:lnTo>
                    <a:pt x="51561" y="27432"/>
                  </a:lnTo>
                  <a:lnTo>
                    <a:pt x="86105" y="7239"/>
                  </a:lnTo>
                  <a:lnTo>
                    <a:pt x="125983" y="0"/>
                  </a:lnTo>
                  <a:lnTo>
                    <a:pt x="165734" y="7239"/>
                  </a:lnTo>
                  <a:lnTo>
                    <a:pt x="200405" y="27432"/>
                  </a:lnTo>
                  <a:lnTo>
                    <a:pt x="227583" y="58293"/>
                  </a:lnTo>
                  <a:lnTo>
                    <a:pt x="245490" y="97409"/>
                  </a:lnTo>
                  <a:lnTo>
                    <a:pt x="251967" y="142367"/>
                  </a:lnTo>
                  <a:lnTo>
                    <a:pt x="245490" y="187325"/>
                  </a:lnTo>
                  <a:lnTo>
                    <a:pt x="227583" y="226441"/>
                  </a:lnTo>
                  <a:lnTo>
                    <a:pt x="200405" y="257302"/>
                  </a:lnTo>
                  <a:lnTo>
                    <a:pt x="165734" y="277495"/>
                  </a:lnTo>
                  <a:lnTo>
                    <a:pt x="125983" y="284734"/>
                  </a:lnTo>
                  <a:lnTo>
                    <a:pt x="86105" y="277495"/>
                  </a:lnTo>
                  <a:lnTo>
                    <a:pt x="51561" y="257302"/>
                  </a:lnTo>
                  <a:lnTo>
                    <a:pt x="24256" y="226441"/>
                  </a:lnTo>
                  <a:lnTo>
                    <a:pt x="6350" y="187325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9" name="object 129"/>
          <p:cNvSpPr txBox="1"/>
          <p:nvPr/>
        </p:nvSpPr>
        <p:spPr>
          <a:xfrm>
            <a:off x="9465944" y="3589401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0" name="object 130"/>
          <p:cNvGrpSpPr/>
          <p:nvPr/>
        </p:nvGrpSpPr>
        <p:grpSpPr>
          <a:xfrm>
            <a:off x="9451975" y="4049776"/>
            <a:ext cx="264795" cy="297815"/>
            <a:chOff x="9451975" y="4049776"/>
            <a:chExt cx="264795" cy="297815"/>
          </a:xfrm>
        </p:grpSpPr>
        <p:sp>
          <p:nvSpPr>
            <p:cNvPr id="311" name="object 131"/>
            <p:cNvSpPr/>
            <p:nvPr/>
          </p:nvSpPr>
          <p:spPr>
            <a:xfrm>
              <a:off x="9458325" y="405612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05" y="7238"/>
                  </a:lnTo>
                  <a:lnTo>
                    <a:pt x="51561" y="27431"/>
                  </a:lnTo>
                  <a:lnTo>
                    <a:pt x="24256" y="58293"/>
                  </a:lnTo>
                  <a:lnTo>
                    <a:pt x="6350" y="97409"/>
                  </a:lnTo>
                  <a:lnTo>
                    <a:pt x="0" y="142367"/>
                  </a:lnTo>
                  <a:lnTo>
                    <a:pt x="6350" y="187325"/>
                  </a:lnTo>
                  <a:lnTo>
                    <a:pt x="24256" y="226441"/>
                  </a:lnTo>
                  <a:lnTo>
                    <a:pt x="51561" y="257175"/>
                  </a:lnTo>
                  <a:lnTo>
                    <a:pt x="86105" y="277368"/>
                  </a:lnTo>
                  <a:lnTo>
                    <a:pt x="125983" y="284606"/>
                  </a:lnTo>
                  <a:lnTo>
                    <a:pt x="165734" y="277368"/>
                  </a:lnTo>
                  <a:lnTo>
                    <a:pt x="200278" y="257175"/>
                  </a:lnTo>
                  <a:lnTo>
                    <a:pt x="227583" y="226441"/>
                  </a:lnTo>
                  <a:lnTo>
                    <a:pt x="245364" y="187325"/>
                  </a:lnTo>
                  <a:lnTo>
                    <a:pt x="251841" y="142367"/>
                  </a:lnTo>
                  <a:lnTo>
                    <a:pt x="245364" y="97409"/>
                  </a:lnTo>
                  <a:lnTo>
                    <a:pt x="227583" y="58293"/>
                  </a:lnTo>
                  <a:lnTo>
                    <a:pt x="200278" y="27431"/>
                  </a:lnTo>
                  <a:lnTo>
                    <a:pt x="165734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132"/>
            <p:cNvSpPr/>
            <p:nvPr/>
          </p:nvSpPr>
          <p:spPr>
            <a:xfrm>
              <a:off x="9458325" y="405612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350" y="97409"/>
                  </a:lnTo>
                  <a:lnTo>
                    <a:pt x="24256" y="58293"/>
                  </a:lnTo>
                  <a:lnTo>
                    <a:pt x="51561" y="27431"/>
                  </a:lnTo>
                  <a:lnTo>
                    <a:pt x="86105" y="7238"/>
                  </a:lnTo>
                  <a:lnTo>
                    <a:pt x="125983" y="0"/>
                  </a:lnTo>
                  <a:lnTo>
                    <a:pt x="165734" y="7238"/>
                  </a:lnTo>
                  <a:lnTo>
                    <a:pt x="200278" y="27431"/>
                  </a:lnTo>
                  <a:lnTo>
                    <a:pt x="227583" y="58293"/>
                  </a:lnTo>
                  <a:lnTo>
                    <a:pt x="245364" y="97409"/>
                  </a:lnTo>
                  <a:lnTo>
                    <a:pt x="251841" y="142367"/>
                  </a:lnTo>
                  <a:lnTo>
                    <a:pt x="245364" y="187325"/>
                  </a:lnTo>
                  <a:lnTo>
                    <a:pt x="227583" y="226441"/>
                  </a:lnTo>
                  <a:lnTo>
                    <a:pt x="200278" y="257175"/>
                  </a:lnTo>
                  <a:lnTo>
                    <a:pt x="165734" y="277368"/>
                  </a:lnTo>
                  <a:lnTo>
                    <a:pt x="125983" y="284606"/>
                  </a:lnTo>
                  <a:lnTo>
                    <a:pt x="86105" y="277368"/>
                  </a:lnTo>
                  <a:lnTo>
                    <a:pt x="51561" y="257175"/>
                  </a:lnTo>
                  <a:lnTo>
                    <a:pt x="24256" y="226441"/>
                  </a:lnTo>
                  <a:lnTo>
                    <a:pt x="6350" y="187325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3" name="object 133"/>
          <p:cNvSpPr txBox="1"/>
          <p:nvPr/>
        </p:nvSpPr>
        <p:spPr>
          <a:xfrm>
            <a:off x="9501378" y="4076827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4" name="object 134"/>
          <p:cNvGrpSpPr/>
          <p:nvPr/>
        </p:nvGrpSpPr>
        <p:grpSpPr>
          <a:xfrm>
            <a:off x="9433559" y="4486021"/>
            <a:ext cx="264795" cy="297815"/>
            <a:chOff x="9433559" y="4486021"/>
            <a:chExt cx="264795" cy="297815"/>
          </a:xfrm>
        </p:grpSpPr>
        <p:sp>
          <p:nvSpPr>
            <p:cNvPr id="315" name="object 135"/>
            <p:cNvSpPr/>
            <p:nvPr/>
          </p:nvSpPr>
          <p:spPr>
            <a:xfrm>
              <a:off x="9439909" y="449237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06" y="7238"/>
                  </a:lnTo>
                  <a:lnTo>
                    <a:pt x="51562" y="27431"/>
                  </a:lnTo>
                  <a:lnTo>
                    <a:pt x="24257" y="58292"/>
                  </a:lnTo>
                  <a:lnTo>
                    <a:pt x="6350" y="97408"/>
                  </a:lnTo>
                  <a:lnTo>
                    <a:pt x="0" y="142366"/>
                  </a:lnTo>
                  <a:lnTo>
                    <a:pt x="6350" y="187324"/>
                  </a:lnTo>
                  <a:lnTo>
                    <a:pt x="24257" y="226440"/>
                  </a:lnTo>
                  <a:lnTo>
                    <a:pt x="51562" y="257174"/>
                  </a:lnTo>
                  <a:lnTo>
                    <a:pt x="86106" y="277367"/>
                  </a:lnTo>
                  <a:lnTo>
                    <a:pt x="125984" y="284606"/>
                  </a:lnTo>
                  <a:lnTo>
                    <a:pt x="165735" y="277367"/>
                  </a:lnTo>
                  <a:lnTo>
                    <a:pt x="200406" y="257174"/>
                  </a:lnTo>
                  <a:lnTo>
                    <a:pt x="227584" y="226440"/>
                  </a:lnTo>
                  <a:lnTo>
                    <a:pt x="245491" y="187324"/>
                  </a:lnTo>
                  <a:lnTo>
                    <a:pt x="251968" y="142366"/>
                  </a:lnTo>
                  <a:lnTo>
                    <a:pt x="245491" y="97408"/>
                  </a:lnTo>
                  <a:lnTo>
                    <a:pt x="227584" y="58292"/>
                  </a:lnTo>
                  <a:lnTo>
                    <a:pt x="200406" y="27431"/>
                  </a:lnTo>
                  <a:lnTo>
                    <a:pt x="165735" y="7238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136"/>
            <p:cNvSpPr/>
            <p:nvPr/>
          </p:nvSpPr>
          <p:spPr>
            <a:xfrm>
              <a:off x="9439909" y="449237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350" y="97408"/>
                  </a:lnTo>
                  <a:lnTo>
                    <a:pt x="24257" y="58292"/>
                  </a:lnTo>
                  <a:lnTo>
                    <a:pt x="51562" y="27431"/>
                  </a:lnTo>
                  <a:lnTo>
                    <a:pt x="86106" y="7238"/>
                  </a:lnTo>
                  <a:lnTo>
                    <a:pt x="125984" y="0"/>
                  </a:lnTo>
                  <a:lnTo>
                    <a:pt x="165735" y="7238"/>
                  </a:lnTo>
                  <a:lnTo>
                    <a:pt x="200406" y="27431"/>
                  </a:lnTo>
                  <a:lnTo>
                    <a:pt x="227584" y="58292"/>
                  </a:lnTo>
                  <a:lnTo>
                    <a:pt x="245491" y="97408"/>
                  </a:lnTo>
                  <a:lnTo>
                    <a:pt x="251968" y="142366"/>
                  </a:lnTo>
                  <a:lnTo>
                    <a:pt x="245491" y="187324"/>
                  </a:lnTo>
                  <a:lnTo>
                    <a:pt x="227584" y="226440"/>
                  </a:lnTo>
                  <a:lnTo>
                    <a:pt x="200406" y="257174"/>
                  </a:lnTo>
                  <a:lnTo>
                    <a:pt x="165735" y="277367"/>
                  </a:lnTo>
                  <a:lnTo>
                    <a:pt x="125984" y="284606"/>
                  </a:lnTo>
                  <a:lnTo>
                    <a:pt x="86106" y="277367"/>
                  </a:lnTo>
                  <a:lnTo>
                    <a:pt x="51562" y="257174"/>
                  </a:lnTo>
                  <a:lnTo>
                    <a:pt x="24257" y="226440"/>
                  </a:lnTo>
                  <a:lnTo>
                    <a:pt x="6350" y="187324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7" name="object 137"/>
          <p:cNvSpPr txBox="1"/>
          <p:nvPr/>
        </p:nvSpPr>
        <p:spPr>
          <a:xfrm>
            <a:off x="9483090" y="4513326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8" name="object 138"/>
          <p:cNvSpPr txBox="1"/>
          <p:nvPr/>
        </p:nvSpPr>
        <p:spPr>
          <a:xfrm>
            <a:off x="9779000" y="3539744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1790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9" name="object 139"/>
          <p:cNvSpPr txBox="1"/>
          <p:nvPr/>
        </p:nvSpPr>
        <p:spPr>
          <a:xfrm>
            <a:off x="9880472" y="4020439"/>
            <a:ext cx="1208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1790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OP10-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20" name="object 140"/>
          <p:cNvGrpSpPr/>
          <p:nvPr/>
        </p:nvGrpSpPr>
        <p:grpSpPr>
          <a:xfrm>
            <a:off x="6782561" y="5078095"/>
            <a:ext cx="265430" cy="317500"/>
            <a:chOff x="6782561" y="5078095"/>
            <a:chExt cx="265430" cy="317500"/>
          </a:xfrm>
        </p:grpSpPr>
        <p:sp>
          <p:nvSpPr>
            <p:cNvPr id="321" name="object 141"/>
            <p:cNvSpPr/>
            <p:nvPr/>
          </p:nvSpPr>
          <p:spPr>
            <a:xfrm>
              <a:off x="6788911" y="508444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60" y="7746"/>
                  </a:lnTo>
                  <a:lnTo>
                    <a:pt x="51689" y="29336"/>
                  </a:lnTo>
                  <a:lnTo>
                    <a:pt x="24384" y="62356"/>
                  </a:lnTo>
                  <a:lnTo>
                    <a:pt x="6477" y="104266"/>
                  </a:lnTo>
                  <a:lnTo>
                    <a:pt x="0" y="152399"/>
                  </a:lnTo>
                  <a:lnTo>
                    <a:pt x="6477" y="200532"/>
                  </a:lnTo>
                  <a:lnTo>
                    <a:pt x="24384" y="242442"/>
                  </a:lnTo>
                  <a:lnTo>
                    <a:pt x="51689" y="275462"/>
                  </a:lnTo>
                  <a:lnTo>
                    <a:pt x="86360" y="297052"/>
                  </a:lnTo>
                  <a:lnTo>
                    <a:pt x="126238" y="304799"/>
                  </a:lnTo>
                  <a:lnTo>
                    <a:pt x="166116" y="297052"/>
                  </a:lnTo>
                  <a:lnTo>
                    <a:pt x="200660" y="275462"/>
                  </a:lnTo>
                  <a:lnTo>
                    <a:pt x="227965" y="242442"/>
                  </a:lnTo>
                  <a:lnTo>
                    <a:pt x="245872" y="200532"/>
                  </a:lnTo>
                  <a:lnTo>
                    <a:pt x="252349" y="152399"/>
                  </a:lnTo>
                  <a:lnTo>
                    <a:pt x="245872" y="104266"/>
                  </a:lnTo>
                  <a:lnTo>
                    <a:pt x="227965" y="62356"/>
                  </a:lnTo>
                  <a:lnTo>
                    <a:pt x="200660" y="29336"/>
                  </a:lnTo>
                  <a:lnTo>
                    <a:pt x="166116" y="7746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142"/>
            <p:cNvSpPr/>
            <p:nvPr/>
          </p:nvSpPr>
          <p:spPr>
            <a:xfrm>
              <a:off x="6788911" y="508444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399"/>
                  </a:moveTo>
                  <a:lnTo>
                    <a:pt x="6477" y="104266"/>
                  </a:lnTo>
                  <a:lnTo>
                    <a:pt x="24384" y="62356"/>
                  </a:lnTo>
                  <a:lnTo>
                    <a:pt x="51689" y="29336"/>
                  </a:lnTo>
                  <a:lnTo>
                    <a:pt x="86360" y="7746"/>
                  </a:lnTo>
                  <a:lnTo>
                    <a:pt x="126238" y="0"/>
                  </a:lnTo>
                  <a:lnTo>
                    <a:pt x="166116" y="7746"/>
                  </a:lnTo>
                  <a:lnTo>
                    <a:pt x="200660" y="29336"/>
                  </a:lnTo>
                  <a:lnTo>
                    <a:pt x="227965" y="62356"/>
                  </a:lnTo>
                  <a:lnTo>
                    <a:pt x="245872" y="104266"/>
                  </a:lnTo>
                  <a:lnTo>
                    <a:pt x="252349" y="152399"/>
                  </a:lnTo>
                  <a:lnTo>
                    <a:pt x="245872" y="200532"/>
                  </a:lnTo>
                  <a:lnTo>
                    <a:pt x="227965" y="242442"/>
                  </a:lnTo>
                  <a:lnTo>
                    <a:pt x="200660" y="275462"/>
                  </a:lnTo>
                  <a:lnTo>
                    <a:pt x="166116" y="297052"/>
                  </a:lnTo>
                  <a:lnTo>
                    <a:pt x="126238" y="304799"/>
                  </a:lnTo>
                  <a:lnTo>
                    <a:pt x="86360" y="297052"/>
                  </a:lnTo>
                  <a:lnTo>
                    <a:pt x="51689" y="275462"/>
                  </a:lnTo>
                  <a:lnTo>
                    <a:pt x="24384" y="242442"/>
                  </a:lnTo>
                  <a:lnTo>
                    <a:pt x="6477" y="200532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3" name="object 143"/>
          <p:cNvSpPr txBox="1"/>
          <p:nvPr/>
        </p:nvSpPr>
        <p:spPr>
          <a:xfrm>
            <a:off x="6845554" y="5058232"/>
            <a:ext cx="18999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585" algn="l"/>
              </a:tabLst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982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24" name="object 144"/>
          <p:cNvGrpSpPr/>
          <p:nvPr/>
        </p:nvGrpSpPr>
        <p:grpSpPr>
          <a:xfrm>
            <a:off x="5459729" y="3659123"/>
            <a:ext cx="264795" cy="297815"/>
            <a:chOff x="5459729" y="3659123"/>
            <a:chExt cx="264795" cy="297815"/>
          </a:xfrm>
        </p:grpSpPr>
        <p:sp>
          <p:nvSpPr>
            <p:cNvPr id="325" name="object 145"/>
            <p:cNvSpPr/>
            <p:nvPr/>
          </p:nvSpPr>
          <p:spPr>
            <a:xfrm>
              <a:off x="5466079" y="366547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06" y="7238"/>
                  </a:lnTo>
                  <a:lnTo>
                    <a:pt x="51562" y="27431"/>
                  </a:lnTo>
                  <a:lnTo>
                    <a:pt x="24257" y="58293"/>
                  </a:lnTo>
                  <a:lnTo>
                    <a:pt x="6350" y="97408"/>
                  </a:lnTo>
                  <a:lnTo>
                    <a:pt x="0" y="142367"/>
                  </a:lnTo>
                  <a:lnTo>
                    <a:pt x="6350" y="187325"/>
                  </a:lnTo>
                  <a:lnTo>
                    <a:pt x="24257" y="226440"/>
                  </a:lnTo>
                  <a:lnTo>
                    <a:pt x="51562" y="257301"/>
                  </a:lnTo>
                  <a:lnTo>
                    <a:pt x="86106" y="277494"/>
                  </a:lnTo>
                  <a:lnTo>
                    <a:pt x="125984" y="284733"/>
                  </a:lnTo>
                  <a:lnTo>
                    <a:pt x="165735" y="277494"/>
                  </a:lnTo>
                  <a:lnTo>
                    <a:pt x="200279" y="257301"/>
                  </a:lnTo>
                  <a:lnTo>
                    <a:pt x="227584" y="226440"/>
                  </a:lnTo>
                  <a:lnTo>
                    <a:pt x="245491" y="187325"/>
                  </a:lnTo>
                  <a:lnTo>
                    <a:pt x="251968" y="142367"/>
                  </a:lnTo>
                  <a:lnTo>
                    <a:pt x="245491" y="97408"/>
                  </a:lnTo>
                  <a:lnTo>
                    <a:pt x="227584" y="58293"/>
                  </a:lnTo>
                  <a:lnTo>
                    <a:pt x="200279" y="27431"/>
                  </a:lnTo>
                  <a:lnTo>
                    <a:pt x="165735" y="7238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146"/>
            <p:cNvSpPr/>
            <p:nvPr/>
          </p:nvSpPr>
          <p:spPr>
            <a:xfrm>
              <a:off x="5466079" y="366547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350" y="97408"/>
                  </a:lnTo>
                  <a:lnTo>
                    <a:pt x="24257" y="58293"/>
                  </a:lnTo>
                  <a:lnTo>
                    <a:pt x="51562" y="27431"/>
                  </a:lnTo>
                  <a:lnTo>
                    <a:pt x="86106" y="7238"/>
                  </a:lnTo>
                  <a:lnTo>
                    <a:pt x="125984" y="0"/>
                  </a:lnTo>
                  <a:lnTo>
                    <a:pt x="165735" y="7238"/>
                  </a:lnTo>
                  <a:lnTo>
                    <a:pt x="200279" y="27431"/>
                  </a:lnTo>
                  <a:lnTo>
                    <a:pt x="227584" y="58293"/>
                  </a:lnTo>
                  <a:lnTo>
                    <a:pt x="245491" y="97408"/>
                  </a:lnTo>
                  <a:lnTo>
                    <a:pt x="251968" y="142367"/>
                  </a:lnTo>
                  <a:lnTo>
                    <a:pt x="245491" y="187325"/>
                  </a:lnTo>
                  <a:lnTo>
                    <a:pt x="227584" y="226440"/>
                  </a:lnTo>
                  <a:lnTo>
                    <a:pt x="200279" y="257301"/>
                  </a:lnTo>
                  <a:lnTo>
                    <a:pt x="165735" y="277494"/>
                  </a:lnTo>
                  <a:lnTo>
                    <a:pt x="125984" y="284733"/>
                  </a:lnTo>
                  <a:lnTo>
                    <a:pt x="86106" y="277494"/>
                  </a:lnTo>
                  <a:lnTo>
                    <a:pt x="51562" y="257301"/>
                  </a:lnTo>
                  <a:lnTo>
                    <a:pt x="24257" y="226440"/>
                  </a:lnTo>
                  <a:lnTo>
                    <a:pt x="6350" y="187325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7" name="object 147"/>
          <p:cNvSpPr txBox="1"/>
          <p:nvPr/>
        </p:nvSpPr>
        <p:spPr>
          <a:xfrm>
            <a:off x="5508497" y="3686047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28" name="object 148"/>
          <p:cNvGrpSpPr/>
          <p:nvPr/>
        </p:nvGrpSpPr>
        <p:grpSpPr>
          <a:xfrm>
            <a:off x="9375013" y="1771014"/>
            <a:ext cx="264795" cy="297815"/>
            <a:chOff x="9375013" y="1771014"/>
            <a:chExt cx="264795" cy="297815"/>
          </a:xfrm>
        </p:grpSpPr>
        <p:sp>
          <p:nvSpPr>
            <p:cNvPr id="329" name="object 149"/>
            <p:cNvSpPr/>
            <p:nvPr/>
          </p:nvSpPr>
          <p:spPr>
            <a:xfrm>
              <a:off x="9381363" y="1777364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05" y="7238"/>
                  </a:lnTo>
                  <a:lnTo>
                    <a:pt x="51561" y="27432"/>
                  </a:lnTo>
                  <a:lnTo>
                    <a:pt x="24256" y="58293"/>
                  </a:lnTo>
                  <a:lnTo>
                    <a:pt x="6350" y="97409"/>
                  </a:lnTo>
                  <a:lnTo>
                    <a:pt x="0" y="142367"/>
                  </a:lnTo>
                  <a:lnTo>
                    <a:pt x="6350" y="187325"/>
                  </a:lnTo>
                  <a:lnTo>
                    <a:pt x="24256" y="226440"/>
                  </a:lnTo>
                  <a:lnTo>
                    <a:pt x="51561" y="257175"/>
                  </a:lnTo>
                  <a:lnTo>
                    <a:pt x="86105" y="277368"/>
                  </a:lnTo>
                  <a:lnTo>
                    <a:pt x="125983" y="284607"/>
                  </a:lnTo>
                  <a:lnTo>
                    <a:pt x="165734" y="277368"/>
                  </a:lnTo>
                  <a:lnTo>
                    <a:pt x="200278" y="257175"/>
                  </a:lnTo>
                  <a:lnTo>
                    <a:pt x="227583" y="226440"/>
                  </a:lnTo>
                  <a:lnTo>
                    <a:pt x="245490" y="187325"/>
                  </a:lnTo>
                  <a:lnTo>
                    <a:pt x="251967" y="142367"/>
                  </a:lnTo>
                  <a:lnTo>
                    <a:pt x="245490" y="97409"/>
                  </a:lnTo>
                  <a:lnTo>
                    <a:pt x="227583" y="58293"/>
                  </a:lnTo>
                  <a:lnTo>
                    <a:pt x="200278" y="27432"/>
                  </a:lnTo>
                  <a:lnTo>
                    <a:pt x="165734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150"/>
            <p:cNvSpPr/>
            <p:nvPr/>
          </p:nvSpPr>
          <p:spPr>
            <a:xfrm>
              <a:off x="9381363" y="1777364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350" y="97409"/>
                  </a:lnTo>
                  <a:lnTo>
                    <a:pt x="24256" y="58293"/>
                  </a:lnTo>
                  <a:lnTo>
                    <a:pt x="51561" y="27432"/>
                  </a:lnTo>
                  <a:lnTo>
                    <a:pt x="86105" y="7238"/>
                  </a:lnTo>
                  <a:lnTo>
                    <a:pt x="125983" y="0"/>
                  </a:lnTo>
                  <a:lnTo>
                    <a:pt x="165734" y="7238"/>
                  </a:lnTo>
                  <a:lnTo>
                    <a:pt x="200278" y="27432"/>
                  </a:lnTo>
                  <a:lnTo>
                    <a:pt x="227583" y="58293"/>
                  </a:lnTo>
                  <a:lnTo>
                    <a:pt x="245490" y="97409"/>
                  </a:lnTo>
                  <a:lnTo>
                    <a:pt x="251967" y="142367"/>
                  </a:lnTo>
                  <a:lnTo>
                    <a:pt x="245490" y="187325"/>
                  </a:lnTo>
                  <a:lnTo>
                    <a:pt x="227583" y="226440"/>
                  </a:lnTo>
                  <a:lnTo>
                    <a:pt x="200278" y="257175"/>
                  </a:lnTo>
                  <a:lnTo>
                    <a:pt x="165734" y="277368"/>
                  </a:lnTo>
                  <a:lnTo>
                    <a:pt x="125983" y="284607"/>
                  </a:lnTo>
                  <a:lnTo>
                    <a:pt x="86105" y="277368"/>
                  </a:lnTo>
                  <a:lnTo>
                    <a:pt x="51561" y="257175"/>
                  </a:lnTo>
                  <a:lnTo>
                    <a:pt x="24256" y="226440"/>
                  </a:lnTo>
                  <a:lnTo>
                    <a:pt x="6350" y="187325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1" name="object 151"/>
          <p:cNvSpPr txBox="1"/>
          <p:nvPr/>
        </p:nvSpPr>
        <p:spPr>
          <a:xfrm>
            <a:off x="9424796" y="1796541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2" name="object 152"/>
          <p:cNvSpPr txBox="1"/>
          <p:nvPr/>
        </p:nvSpPr>
        <p:spPr>
          <a:xfrm>
            <a:off x="9417557" y="1270508"/>
            <a:ext cx="1903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075" algn="l"/>
              </a:tabLst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1386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33" name="object 153"/>
          <p:cNvGrpSpPr/>
          <p:nvPr/>
        </p:nvGrpSpPr>
        <p:grpSpPr>
          <a:xfrm>
            <a:off x="3215004" y="3530346"/>
            <a:ext cx="264795" cy="297815"/>
            <a:chOff x="3215004" y="3530346"/>
            <a:chExt cx="264795" cy="297815"/>
          </a:xfrm>
        </p:grpSpPr>
        <p:sp>
          <p:nvSpPr>
            <p:cNvPr id="334" name="object 154"/>
            <p:cNvSpPr/>
            <p:nvPr/>
          </p:nvSpPr>
          <p:spPr>
            <a:xfrm>
              <a:off x="3221354" y="353669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106" y="7238"/>
                  </a:lnTo>
                  <a:lnTo>
                    <a:pt x="51561" y="27431"/>
                  </a:lnTo>
                  <a:lnTo>
                    <a:pt x="24256" y="58292"/>
                  </a:lnTo>
                  <a:lnTo>
                    <a:pt x="6350" y="97408"/>
                  </a:lnTo>
                  <a:lnTo>
                    <a:pt x="0" y="142366"/>
                  </a:lnTo>
                  <a:lnTo>
                    <a:pt x="6350" y="187324"/>
                  </a:lnTo>
                  <a:lnTo>
                    <a:pt x="24256" y="226440"/>
                  </a:lnTo>
                  <a:lnTo>
                    <a:pt x="51561" y="257174"/>
                  </a:lnTo>
                  <a:lnTo>
                    <a:pt x="86106" y="277367"/>
                  </a:lnTo>
                  <a:lnTo>
                    <a:pt x="125856" y="284606"/>
                  </a:lnTo>
                  <a:lnTo>
                    <a:pt x="165607" y="277367"/>
                  </a:lnTo>
                  <a:lnTo>
                    <a:pt x="200279" y="257174"/>
                  </a:lnTo>
                  <a:lnTo>
                    <a:pt x="227583" y="226440"/>
                  </a:lnTo>
                  <a:lnTo>
                    <a:pt x="245364" y="187324"/>
                  </a:lnTo>
                  <a:lnTo>
                    <a:pt x="251841" y="142366"/>
                  </a:lnTo>
                  <a:lnTo>
                    <a:pt x="245364" y="97408"/>
                  </a:lnTo>
                  <a:lnTo>
                    <a:pt x="227583" y="58292"/>
                  </a:lnTo>
                  <a:lnTo>
                    <a:pt x="200279" y="27431"/>
                  </a:lnTo>
                  <a:lnTo>
                    <a:pt x="165607" y="7238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155"/>
            <p:cNvSpPr/>
            <p:nvPr/>
          </p:nvSpPr>
          <p:spPr>
            <a:xfrm>
              <a:off x="3221354" y="353669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350" y="97408"/>
                  </a:lnTo>
                  <a:lnTo>
                    <a:pt x="24256" y="58292"/>
                  </a:lnTo>
                  <a:lnTo>
                    <a:pt x="51561" y="27431"/>
                  </a:lnTo>
                  <a:lnTo>
                    <a:pt x="86106" y="7238"/>
                  </a:lnTo>
                  <a:lnTo>
                    <a:pt x="125856" y="0"/>
                  </a:lnTo>
                  <a:lnTo>
                    <a:pt x="165607" y="7238"/>
                  </a:lnTo>
                  <a:lnTo>
                    <a:pt x="200279" y="27431"/>
                  </a:lnTo>
                  <a:lnTo>
                    <a:pt x="227583" y="58292"/>
                  </a:lnTo>
                  <a:lnTo>
                    <a:pt x="245364" y="97408"/>
                  </a:lnTo>
                  <a:lnTo>
                    <a:pt x="251841" y="142366"/>
                  </a:lnTo>
                  <a:lnTo>
                    <a:pt x="245364" y="187324"/>
                  </a:lnTo>
                  <a:lnTo>
                    <a:pt x="227583" y="226440"/>
                  </a:lnTo>
                  <a:lnTo>
                    <a:pt x="200279" y="257174"/>
                  </a:lnTo>
                  <a:lnTo>
                    <a:pt x="165607" y="277367"/>
                  </a:lnTo>
                  <a:lnTo>
                    <a:pt x="125856" y="284606"/>
                  </a:lnTo>
                  <a:lnTo>
                    <a:pt x="86106" y="277367"/>
                  </a:lnTo>
                  <a:lnTo>
                    <a:pt x="51561" y="257174"/>
                  </a:lnTo>
                  <a:lnTo>
                    <a:pt x="24256" y="226440"/>
                  </a:lnTo>
                  <a:lnTo>
                    <a:pt x="6350" y="187324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156"/>
          <p:cNvSpPr txBox="1"/>
          <p:nvPr/>
        </p:nvSpPr>
        <p:spPr>
          <a:xfrm>
            <a:off x="3263265" y="3557142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37" name="object 157"/>
          <p:cNvGrpSpPr/>
          <p:nvPr/>
        </p:nvGrpSpPr>
        <p:grpSpPr>
          <a:xfrm>
            <a:off x="5073777" y="3445509"/>
            <a:ext cx="264795" cy="297815"/>
            <a:chOff x="5073777" y="3445509"/>
            <a:chExt cx="264795" cy="297815"/>
          </a:xfrm>
        </p:grpSpPr>
        <p:sp>
          <p:nvSpPr>
            <p:cNvPr id="338" name="object 158"/>
            <p:cNvSpPr/>
            <p:nvPr/>
          </p:nvSpPr>
          <p:spPr>
            <a:xfrm>
              <a:off x="5080127" y="345185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06" y="7238"/>
                  </a:lnTo>
                  <a:lnTo>
                    <a:pt x="51562" y="27431"/>
                  </a:lnTo>
                  <a:lnTo>
                    <a:pt x="24257" y="58292"/>
                  </a:lnTo>
                  <a:lnTo>
                    <a:pt x="6476" y="97409"/>
                  </a:lnTo>
                  <a:lnTo>
                    <a:pt x="0" y="142366"/>
                  </a:lnTo>
                  <a:lnTo>
                    <a:pt x="6476" y="187325"/>
                  </a:lnTo>
                  <a:lnTo>
                    <a:pt x="24257" y="226440"/>
                  </a:lnTo>
                  <a:lnTo>
                    <a:pt x="51562" y="257301"/>
                  </a:lnTo>
                  <a:lnTo>
                    <a:pt x="86106" y="277494"/>
                  </a:lnTo>
                  <a:lnTo>
                    <a:pt x="125984" y="284733"/>
                  </a:lnTo>
                  <a:lnTo>
                    <a:pt x="165735" y="277494"/>
                  </a:lnTo>
                  <a:lnTo>
                    <a:pt x="200278" y="257301"/>
                  </a:lnTo>
                  <a:lnTo>
                    <a:pt x="227584" y="226440"/>
                  </a:lnTo>
                  <a:lnTo>
                    <a:pt x="245490" y="187325"/>
                  </a:lnTo>
                  <a:lnTo>
                    <a:pt x="251840" y="142366"/>
                  </a:lnTo>
                  <a:lnTo>
                    <a:pt x="245490" y="97409"/>
                  </a:lnTo>
                  <a:lnTo>
                    <a:pt x="227584" y="58292"/>
                  </a:lnTo>
                  <a:lnTo>
                    <a:pt x="200278" y="27431"/>
                  </a:lnTo>
                  <a:lnTo>
                    <a:pt x="165735" y="7238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159"/>
            <p:cNvSpPr/>
            <p:nvPr/>
          </p:nvSpPr>
          <p:spPr>
            <a:xfrm>
              <a:off x="5080127" y="345185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76" y="97409"/>
                  </a:lnTo>
                  <a:lnTo>
                    <a:pt x="24257" y="58292"/>
                  </a:lnTo>
                  <a:lnTo>
                    <a:pt x="51562" y="27431"/>
                  </a:lnTo>
                  <a:lnTo>
                    <a:pt x="86106" y="7238"/>
                  </a:lnTo>
                  <a:lnTo>
                    <a:pt x="125984" y="0"/>
                  </a:lnTo>
                  <a:lnTo>
                    <a:pt x="165735" y="7238"/>
                  </a:lnTo>
                  <a:lnTo>
                    <a:pt x="200278" y="27431"/>
                  </a:lnTo>
                  <a:lnTo>
                    <a:pt x="227584" y="58292"/>
                  </a:lnTo>
                  <a:lnTo>
                    <a:pt x="245490" y="97409"/>
                  </a:lnTo>
                  <a:lnTo>
                    <a:pt x="251840" y="142366"/>
                  </a:lnTo>
                  <a:lnTo>
                    <a:pt x="245490" y="187325"/>
                  </a:lnTo>
                  <a:lnTo>
                    <a:pt x="227584" y="226440"/>
                  </a:lnTo>
                  <a:lnTo>
                    <a:pt x="200278" y="257301"/>
                  </a:lnTo>
                  <a:lnTo>
                    <a:pt x="165735" y="277494"/>
                  </a:lnTo>
                  <a:lnTo>
                    <a:pt x="125984" y="284733"/>
                  </a:lnTo>
                  <a:lnTo>
                    <a:pt x="86106" y="277494"/>
                  </a:lnTo>
                  <a:lnTo>
                    <a:pt x="51562" y="257301"/>
                  </a:lnTo>
                  <a:lnTo>
                    <a:pt x="24257" y="226440"/>
                  </a:lnTo>
                  <a:lnTo>
                    <a:pt x="6476" y="187325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0" name="object 160"/>
          <p:cNvSpPr txBox="1"/>
          <p:nvPr/>
        </p:nvSpPr>
        <p:spPr>
          <a:xfrm>
            <a:off x="5122545" y="3472433"/>
            <a:ext cx="175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41" name="object 161"/>
          <p:cNvGrpSpPr/>
          <p:nvPr/>
        </p:nvGrpSpPr>
        <p:grpSpPr>
          <a:xfrm>
            <a:off x="9473945" y="4928615"/>
            <a:ext cx="264795" cy="297815"/>
            <a:chOff x="9473945" y="4928615"/>
            <a:chExt cx="264795" cy="297815"/>
          </a:xfrm>
        </p:grpSpPr>
        <p:sp>
          <p:nvSpPr>
            <p:cNvPr id="342" name="object 162"/>
            <p:cNvSpPr/>
            <p:nvPr/>
          </p:nvSpPr>
          <p:spPr>
            <a:xfrm>
              <a:off x="9480295" y="493496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05" y="7238"/>
                  </a:lnTo>
                  <a:lnTo>
                    <a:pt x="51561" y="27431"/>
                  </a:lnTo>
                  <a:lnTo>
                    <a:pt x="24256" y="58292"/>
                  </a:lnTo>
                  <a:lnTo>
                    <a:pt x="6350" y="97281"/>
                  </a:lnTo>
                  <a:lnTo>
                    <a:pt x="0" y="142239"/>
                  </a:lnTo>
                  <a:lnTo>
                    <a:pt x="6350" y="187197"/>
                  </a:lnTo>
                  <a:lnTo>
                    <a:pt x="24256" y="226313"/>
                  </a:lnTo>
                  <a:lnTo>
                    <a:pt x="51561" y="257174"/>
                  </a:lnTo>
                  <a:lnTo>
                    <a:pt x="86105" y="277367"/>
                  </a:lnTo>
                  <a:lnTo>
                    <a:pt x="125983" y="284606"/>
                  </a:lnTo>
                  <a:lnTo>
                    <a:pt x="165734" y="277367"/>
                  </a:lnTo>
                  <a:lnTo>
                    <a:pt x="200405" y="257174"/>
                  </a:lnTo>
                  <a:lnTo>
                    <a:pt x="227583" y="226313"/>
                  </a:lnTo>
                  <a:lnTo>
                    <a:pt x="245490" y="187197"/>
                  </a:lnTo>
                  <a:lnTo>
                    <a:pt x="251968" y="142239"/>
                  </a:lnTo>
                  <a:lnTo>
                    <a:pt x="245490" y="97281"/>
                  </a:lnTo>
                  <a:lnTo>
                    <a:pt x="227583" y="58292"/>
                  </a:lnTo>
                  <a:lnTo>
                    <a:pt x="200405" y="27431"/>
                  </a:lnTo>
                  <a:lnTo>
                    <a:pt x="165734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163"/>
            <p:cNvSpPr/>
            <p:nvPr/>
          </p:nvSpPr>
          <p:spPr>
            <a:xfrm>
              <a:off x="9480295" y="493496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350" y="97281"/>
                  </a:lnTo>
                  <a:lnTo>
                    <a:pt x="24256" y="58292"/>
                  </a:lnTo>
                  <a:lnTo>
                    <a:pt x="51561" y="27431"/>
                  </a:lnTo>
                  <a:lnTo>
                    <a:pt x="86105" y="7238"/>
                  </a:lnTo>
                  <a:lnTo>
                    <a:pt x="125983" y="0"/>
                  </a:lnTo>
                  <a:lnTo>
                    <a:pt x="165734" y="7238"/>
                  </a:lnTo>
                  <a:lnTo>
                    <a:pt x="200405" y="27431"/>
                  </a:lnTo>
                  <a:lnTo>
                    <a:pt x="227583" y="58292"/>
                  </a:lnTo>
                  <a:lnTo>
                    <a:pt x="245490" y="97281"/>
                  </a:lnTo>
                  <a:lnTo>
                    <a:pt x="251968" y="142239"/>
                  </a:lnTo>
                  <a:lnTo>
                    <a:pt x="245490" y="187197"/>
                  </a:lnTo>
                  <a:lnTo>
                    <a:pt x="227583" y="226313"/>
                  </a:lnTo>
                  <a:lnTo>
                    <a:pt x="200405" y="257174"/>
                  </a:lnTo>
                  <a:lnTo>
                    <a:pt x="165734" y="277367"/>
                  </a:lnTo>
                  <a:lnTo>
                    <a:pt x="125983" y="284606"/>
                  </a:lnTo>
                  <a:lnTo>
                    <a:pt x="86105" y="277367"/>
                  </a:lnTo>
                  <a:lnTo>
                    <a:pt x="51561" y="257174"/>
                  </a:lnTo>
                  <a:lnTo>
                    <a:pt x="24256" y="226313"/>
                  </a:lnTo>
                  <a:lnTo>
                    <a:pt x="6350" y="187197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4" name="object 164"/>
          <p:cNvSpPr txBox="1"/>
          <p:nvPr/>
        </p:nvSpPr>
        <p:spPr>
          <a:xfrm>
            <a:off x="9523856" y="4322309"/>
            <a:ext cx="1960880" cy="12687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1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1790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OP20-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357505" algn="l"/>
              </a:tabLst>
            </a:pPr>
            <a:r>
              <a:rPr sz="1800" spc="-37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</a:t>
            </a:r>
            <a:r>
              <a:rPr sz="1800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dirty="0">
                <a:latin typeface="Calibri" panose="020F0502020204030204"/>
                <a:cs typeface="Calibri" panose="020F0502020204030204"/>
              </a:rPr>
              <a:t>Cobot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(UR12e)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0734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1790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O/P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45" name="object 165"/>
          <p:cNvGrpSpPr/>
          <p:nvPr/>
        </p:nvGrpSpPr>
        <p:grpSpPr>
          <a:xfrm>
            <a:off x="9473945" y="5305044"/>
            <a:ext cx="264795" cy="297815"/>
            <a:chOff x="9473945" y="5305044"/>
            <a:chExt cx="264795" cy="297815"/>
          </a:xfrm>
        </p:grpSpPr>
        <p:sp>
          <p:nvSpPr>
            <p:cNvPr id="346" name="object 166"/>
            <p:cNvSpPr/>
            <p:nvPr/>
          </p:nvSpPr>
          <p:spPr>
            <a:xfrm>
              <a:off x="9480295" y="5311394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05" y="7238"/>
                  </a:lnTo>
                  <a:lnTo>
                    <a:pt x="51561" y="27431"/>
                  </a:lnTo>
                  <a:lnTo>
                    <a:pt x="24256" y="58292"/>
                  </a:lnTo>
                  <a:lnTo>
                    <a:pt x="6350" y="97281"/>
                  </a:lnTo>
                  <a:lnTo>
                    <a:pt x="0" y="142239"/>
                  </a:lnTo>
                  <a:lnTo>
                    <a:pt x="6350" y="187197"/>
                  </a:lnTo>
                  <a:lnTo>
                    <a:pt x="24256" y="226313"/>
                  </a:lnTo>
                  <a:lnTo>
                    <a:pt x="51561" y="257174"/>
                  </a:lnTo>
                  <a:lnTo>
                    <a:pt x="86105" y="277355"/>
                  </a:lnTo>
                  <a:lnTo>
                    <a:pt x="125983" y="284619"/>
                  </a:lnTo>
                  <a:lnTo>
                    <a:pt x="165734" y="277355"/>
                  </a:lnTo>
                  <a:lnTo>
                    <a:pt x="200405" y="257174"/>
                  </a:lnTo>
                  <a:lnTo>
                    <a:pt x="227583" y="226313"/>
                  </a:lnTo>
                  <a:lnTo>
                    <a:pt x="245490" y="187197"/>
                  </a:lnTo>
                  <a:lnTo>
                    <a:pt x="251968" y="142239"/>
                  </a:lnTo>
                  <a:lnTo>
                    <a:pt x="245490" y="97281"/>
                  </a:lnTo>
                  <a:lnTo>
                    <a:pt x="227583" y="58292"/>
                  </a:lnTo>
                  <a:lnTo>
                    <a:pt x="200405" y="27431"/>
                  </a:lnTo>
                  <a:lnTo>
                    <a:pt x="165734" y="723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167"/>
            <p:cNvSpPr/>
            <p:nvPr/>
          </p:nvSpPr>
          <p:spPr>
            <a:xfrm>
              <a:off x="9480295" y="5311394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350" y="97281"/>
                  </a:lnTo>
                  <a:lnTo>
                    <a:pt x="24256" y="58292"/>
                  </a:lnTo>
                  <a:lnTo>
                    <a:pt x="51561" y="27431"/>
                  </a:lnTo>
                  <a:lnTo>
                    <a:pt x="86105" y="7238"/>
                  </a:lnTo>
                  <a:lnTo>
                    <a:pt x="125983" y="0"/>
                  </a:lnTo>
                  <a:lnTo>
                    <a:pt x="165734" y="7238"/>
                  </a:lnTo>
                  <a:lnTo>
                    <a:pt x="200405" y="27431"/>
                  </a:lnTo>
                  <a:lnTo>
                    <a:pt x="227583" y="58292"/>
                  </a:lnTo>
                  <a:lnTo>
                    <a:pt x="245490" y="97281"/>
                  </a:lnTo>
                  <a:lnTo>
                    <a:pt x="251968" y="142239"/>
                  </a:lnTo>
                  <a:lnTo>
                    <a:pt x="245490" y="187197"/>
                  </a:lnTo>
                  <a:lnTo>
                    <a:pt x="227583" y="226313"/>
                  </a:lnTo>
                  <a:lnTo>
                    <a:pt x="200405" y="257174"/>
                  </a:lnTo>
                  <a:lnTo>
                    <a:pt x="165734" y="277355"/>
                  </a:lnTo>
                  <a:lnTo>
                    <a:pt x="125983" y="284619"/>
                  </a:lnTo>
                  <a:lnTo>
                    <a:pt x="86105" y="277355"/>
                  </a:lnTo>
                  <a:lnTo>
                    <a:pt x="51561" y="257174"/>
                  </a:lnTo>
                  <a:lnTo>
                    <a:pt x="24256" y="226313"/>
                  </a:lnTo>
                  <a:lnTo>
                    <a:pt x="6350" y="187197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8" name="object 168"/>
          <p:cNvSpPr txBox="1"/>
          <p:nvPr/>
        </p:nvSpPr>
        <p:spPr>
          <a:xfrm>
            <a:off x="9523856" y="5331917"/>
            <a:ext cx="1752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19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HELICAL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1"/>
          <p:cNvSpPr/>
          <p:nvPr/>
        </p:nvSpPr>
        <p:spPr>
          <a:xfrm>
            <a:off x="248285" y="705485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D</a:t>
            </a:r>
            <a:r>
              <a:rPr lang="en-IN" alt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etail view for 4 M/C with 1 robot</a:t>
            </a:r>
            <a:endParaRPr lang="en-IN" alt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5" name="object 2"/>
          <p:cNvGrpSpPr/>
          <p:nvPr/>
        </p:nvGrpSpPr>
        <p:grpSpPr>
          <a:xfrm>
            <a:off x="409562" y="1292339"/>
            <a:ext cx="11486515" cy="5034280"/>
            <a:chOff x="409562" y="1166609"/>
            <a:chExt cx="11486515" cy="5034280"/>
          </a:xfrm>
        </p:grpSpPr>
        <p:pic>
          <p:nvPicPr>
            <p:cNvPr id="82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10796" y="1412748"/>
              <a:ext cx="3884809" cy="2784602"/>
            </a:xfrm>
            <a:prstGeom prst="rect">
              <a:avLst/>
            </a:prstGeom>
          </p:spPr>
        </p:pic>
        <p:pic>
          <p:nvPicPr>
            <p:cNvPr id="8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562" y="1166609"/>
              <a:ext cx="7414641" cy="5033899"/>
            </a:xfrm>
            <a:prstGeom prst="rect">
              <a:avLst/>
            </a:prstGeom>
          </p:spPr>
        </p:pic>
        <p:sp>
          <p:nvSpPr>
            <p:cNvPr id="84" name="object 5"/>
            <p:cNvSpPr/>
            <p:nvPr/>
          </p:nvSpPr>
          <p:spPr>
            <a:xfrm>
              <a:off x="4174108" y="3449574"/>
              <a:ext cx="1782445" cy="1080135"/>
            </a:xfrm>
            <a:custGeom>
              <a:avLst/>
              <a:gdLst/>
              <a:ahLst/>
              <a:cxnLst/>
              <a:rect l="l" t="t" r="r" b="b"/>
              <a:pathLst>
                <a:path w="1782445" h="1080135">
                  <a:moveTo>
                    <a:pt x="0" y="540003"/>
                  </a:moveTo>
                  <a:lnTo>
                    <a:pt x="7502" y="469614"/>
                  </a:lnTo>
                  <a:lnTo>
                    <a:pt x="29383" y="401959"/>
                  </a:lnTo>
                  <a:lnTo>
                    <a:pt x="64705" y="337609"/>
                  </a:lnTo>
                  <a:lnTo>
                    <a:pt x="112527" y="277134"/>
                  </a:lnTo>
                  <a:lnTo>
                    <a:pt x="140832" y="248526"/>
                  </a:lnTo>
                  <a:lnTo>
                    <a:pt x="171911" y="221101"/>
                  </a:lnTo>
                  <a:lnTo>
                    <a:pt x="205645" y="194930"/>
                  </a:lnTo>
                  <a:lnTo>
                    <a:pt x="241917" y="170083"/>
                  </a:lnTo>
                  <a:lnTo>
                    <a:pt x="280611" y="146631"/>
                  </a:lnTo>
                  <a:lnTo>
                    <a:pt x="321607" y="124647"/>
                  </a:lnTo>
                  <a:lnTo>
                    <a:pt x="364790" y="104200"/>
                  </a:lnTo>
                  <a:lnTo>
                    <a:pt x="410042" y="85363"/>
                  </a:lnTo>
                  <a:lnTo>
                    <a:pt x="457245" y="68207"/>
                  </a:lnTo>
                  <a:lnTo>
                    <a:pt x="506282" y="52802"/>
                  </a:lnTo>
                  <a:lnTo>
                    <a:pt x="557035" y="39221"/>
                  </a:lnTo>
                  <a:lnTo>
                    <a:pt x="609388" y="27533"/>
                  </a:lnTo>
                  <a:lnTo>
                    <a:pt x="663223" y="17811"/>
                  </a:lnTo>
                  <a:lnTo>
                    <a:pt x="718422" y="10125"/>
                  </a:lnTo>
                  <a:lnTo>
                    <a:pt x="774868" y="4547"/>
                  </a:lnTo>
                  <a:lnTo>
                    <a:pt x="832444" y="1148"/>
                  </a:lnTo>
                  <a:lnTo>
                    <a:pt x="891031" y="0"/>
                  </a:lnTo>
                  <a:lnTo>
                    <a:pt x="949619" y="1148"/>
                  </a:lnTo>
                  <a:lnTo>
                    <a:pt x="1007195" y="4547"/>
                  </a:lnTo>
                  <a:lnTo>
                    <a:pt x="1063641" y="10125"/>
                  </a:lnTo>
                  <a:lnTo>
                    <a:pt x="1118840" y="17811"/>
                  </a:lnTo>
                  <a:lnTo>
                    <a:pt x="1172675" y="27533"/>
                  </a:lnTo>
                  <a:lnTo>
                    <a:pt x="1225028" y="39221"/>
                  </a:lnTo>
                  <a:lnTo>
                    <a:pt x="1275781" y="52802"/>
                  </a:lnTo>
                  <a:lnTo>
                    <a:pt x="1324818" y="68207"/>
                  </a:lnTo>
                  <a:lnTo>
                    <a:pt x="1372021" y="85363"/>
                  </a:lnTo>
                  <a:lnTo>
                    <a:pt x="1417273" y="104200"/>
                  </a:lnTo>
                  <a:lnTo>
                    <a:pt x="1460456" y="124647"/>
                  </a:lnTo>
                  <a:lnTo>
                    <a:pt x="1501452" y="146631"/>
                  </a:lnTo>
                  <a:lnTo>
                    <a:pt x="1540146" y="170083"/>
                  </a:lnTo>
                  <a:lnTo>
                    <a:pt x="1576418" y="194930"/>
                  </a:lnTo>
                  <a:lnTo>
                    <a:pt x="1610152" y="221101"/>
                  </a:lnTo>
                  <a:lnTo>
                    <a:pt x="1641231" y="248526"/>
                  </a:lnTo>
                  <a:lnTo>
                    <a:pt x="1669536" y="277134"/>
                  </a:lnTo>
                  <a:lnTo>
                    <a:pt x="1694951" y="306852"/>
                  </a:lnTo>
                  <a:lnTo>
                    <a:pt x="1736640" y="369336"/>
                  </a:lnTo>
                  <a:lnTo>
                    <a:pt x="1765359" y="435409"/>
                  </a:lnTo>
                  <a:lnTo>
                    <a:pt x="1780168" y="504503"/>
                  </a:lnTo>
                  <a:lnTo>
                    <a:pt x="1782064" y="540003"/>
                  </a:lnTo>
                  <a:lnTo>
                    <a:pt x="1780168" y="575519"/>
                  </a:lnTo>
                  <a:lnTo>
                    <a:pt x="1765359" y="644638"/>
                  </a:lnTo>
                  <a:lnTo>
                    <a:pt x="1736640" y="710733"/>
                  </a:lnTo>
                  <a:lnTo>
                    <a:pt x="1694951" y="773235"/>
                  </a:lnTo>
                  <a:lnTo>
                    <a:pt x="1669536" y="802960"/>
                  </a:lnTo>
                  <a:lnTo>
                    <a:pt x="1641231" y="831574"/>
                  </a:lnTo>
                  <a:lnTo>
                    <a:pt x="1610152" y="859005"/>
                  </a:lnTo>
                  <a:lnTo>
                    <a:pt x="1576418" y="885182"/>
                  </a:lnTo>
                  <a:lnTo>
                    <a:pt x="1540146" y="910034"/>
                  </a:lnTo>
                  <a:lnTo>
                    <a:pt x="1501452" y="933489"/>
                  </a:lnTo>
                  <a:lnTo>
                    <a:pt x="1460456" y="955476"/>
                  </a:lnTo>
                  <a:lnTo>
                    <a:pt x="1417273" y="975925"/>
                  </a:lnTo>
                  <a:lnTo>
                    <a:pt x="1372021" y="994765"/>
                  </a:lnTo>
                  <a:lnTo>
                    <a:pt x="1324818" y="1011923"/>
                  </a:lnTo>
                  <a:lnTo>
                    <a:pt x="1275781" y="1027329"/>
                  </a:lnTo>
                  <a:lnTo>
                    <a:pt x="1225028" y="1040912"/>
                  </a:lnTo>
                  <a:lnTo>
                    <a:pt x="1172675" y="1052600"/>
                  </a:lnTo>
                  <a:lnTo>
                    <a:pt x="1118840" y="1062323"/>
                  </a:lnTo>
                  <a:lnTo>
                    <a:pt x="1063641" y="1070009"/>
                  </a:lnTo>
                  <a:lnTo>
                    <a:pt x="1007195" y="1075587"/>
                  </a:lnTo>
                  <a:lnTo>
                    <a:pt x="949619" y="1078986"/>
                  </a:lnTo>
                  <a:lnTo>
                    <a:pt x="891031" y="1080134"/>
                  </a:lnTo>
                  <a:lnTo>
                    <a:pt x="832444" y="1078986"/>
                  </a:lnTo>
                  <a:lnTo>
                    <a:pt x="774868" y="1075587"/>
                  </a:lnTo>
                  <a:lnTo>
                    <a:pt x="718422" y="1070009"/>
                  </a:lnTo>
                  <a:lnTo>
                    <a:pt x="663223" y="1062323"/>
                  </a:lnTo>
                  <a:lnTo>
                    <a:pt x="609388" y="1052600"/>
                  </a:lnTo>
                  <a:lnTo>
                    <a:pt x="557035" y="1040912"/>
                  </a:lnTo>
                  <a:lnTo>
                    <a:pt x="506282" y="1027329"/>
                  </a:lnTo>
                  <a:lnTo>
                    <a:pt x="457245" y="1011923"/>
                  </a:lnTo>
                  <a:lnTo>
                    <a:pt x="410042" y="994765"/>
                  </a:lnTo>
                  <a:lnTo>
                    <a:pt x="364790" y="975925"/>
                  </a:lnTo>
                  <a:lnTo>
                    <a:pt x="321607" y="955476"/>
                  </a:lnTo>
                  <a:lnTo>
                    <a:pt x="280611" y="933489"/>
                  </a:lnTo>
                  <a:lnTo>
                    <a:pt x="241917" y="910034"/>
                  </a:lnTo>
                  <a:lnTo>
                    <a:pt x="205645" y="885182"/>
                  </a:lnTo>
                  <a:lnTo>
                    <a:pt x="171911" y="859005"/>
                  </a:lnTo>
                  <a:lnTo>
                    <a:pt x="140832" y="831574"/>
                  </a:lnTo>
                  <a:lnTo>
                    <a:pt x="112527" y="802960"/>
                  </a:lnTo>
                  <a:lnTo>
                    <a:pt x="87112" y="773235"/>
                  </a:lnTo>
                  <a:lnTo>
                    <a:pt x="45423" y="710733"/>
                  </a:lnTo>
                  <a:lnTo>
                    <a:pt x="16704" y="644638"/>
                  </a:lnTo>
                  <a:lnTo>
                    <a:pt x="1895" y="575519"/>
                  </a:lnTo>
                  <a:lnTo>
                    <a:pt x="0" y="540003"/>
                  </a:lnTo>
                  <a:close/>
                </a:path>
              </a:pathLst>
            </a:custGeom>
            <a:ln w="5714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6"/>
            <p:cNvSpPr/>
            <p:nvPr/>
          </p:nvSpPr>
          <p:spPr>
            <a:xfrm>
              <a:off x="5951093" y="3322193"/>
              <a:ext cx="2665730" cy="567055"/>
            </a:xfrm>
            <a:custGeom>
              <a:avLst/>
              <a:gdLst/>
              <a:ahLst/>
              <a:cxnLst/>
              <a:rect l="l" t="t" r="r" b="b"/>
              <a:pathLst>
                <a:path w="2665729" h="567054">
                  <a:moveTo>
                    <a:pt x="2491355" y="56199"/>
                  </a:moveTo>
                  <a:lnTo>
                    <a:pt x="0" y="510794"/>
                  </a:lnTo>
                  <a:lnTo>
                    <a:pt x="10160" y="566928"/>
                  </a:lnTo>
                  <a:lnTo>
                    <a:pt x="2501645" y="112435"/>
                  </a:lnTo>
                  <a:lnTo>
                    <a:pt x="2491355" y="56199"/>
                  </a:lnTo>
                  <a:close/>
                </a:path>
                <a:path w="2665729" h="567054">
                  <a:moveTo>
                    <a:pt x="2656494" y="51054"/>
                  </a:moveTo>
                  <a:lnTo>
                    <a:pt x="2519553" y="51054"/>
                  </a:lnTo>
                  <a:lnTo>
                    <a:pt x="2529713" y="107315"/>
                  </a:lnTo>
                  <a:lnTo>
                    <a:pt x="2501645" y="112435"/>
                  </a:lnTo>
                  <a:lnTo>
                    <a:pt x="2511933" y="168656"/>
                  </a:lnTo>
                  <a:lnTo>
                    <a:pt x="2665222" y="53594"/>
                  </a:lnTo>
                  <a:lnTo>
                    <a:pt x="2656494" y="51054"/>
                  </a:lnTo>
                  <a:close/>
                </a:path>
                <a:path w="2665729" h="567054">
                  <a:moveTo>
                    <a:pt x="2519553" y="51054"/>
                  </a:moveTo>
                  <a:lnTo>
                    <a:pt x="2491355" y="56199"/>
                  </a:lnTo>
                  <a:lnTo>
                    <a:pt x="2501645" y="112435"/>
                  </a:lnTo>
                  <a:lnTo>
                    <a:pt x="2529713" y="107315"/>
                  </a:lnTo>
                  <a:lnTo>
                    <a:pt x="2519553" y="51054"/>
                  </a:lnTo>
                  <a:close/>
                </a:path>
                <a:path w="2665729" h="567054">
                  <a:moveTo>
                    <a:pt x="2481072" y="0"/>
                  </a:moveTo>
                  <a:lnTo>
                    <a:pt x="2491355" y="56199"/>
                  </a:lnTo>
                  <a:lnTo>
                    <a:pt x="2519553" y="51054"/>
                  </a:lnTo>
                  <a:lnTo>
                    <a:pt x="2656494" y="51054"/>
                  </a:lnTo>
                  <a:lnTo>
                    <a:pt x="248107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02130" y="798195"/>
            <a:ext cx="7226300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6"/>
          <p:cNvSpPr txBox="1"/>
          <p:nvPr/>
        </p:nvSpPr>
        <p:spPr>
          <a:xfrm>
            <a:off x="930351" y="5498693"/>
            <a:ext cx="19138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800" b="1" spc="37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Overall</a:t>
            </a:r>
            <a:r>
              <a:rPr sz="1800" b="1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view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5395721" y="5001005"/>
            <a:ext cx="280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800" b="1" spc="-9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Component</a:t>
            </a:r>
            <a:r>
              <a:rPr sz="1800" b="1" spc="-5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800" b="1" spc="-7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view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8"/>
          <p:cNvSpPr txBox="1"/>
          <p:nvPr/>
        </p:nvSpPr>
        <p:spPr>
          <a:xfrm>
            <a:off x="9673590" y="5016246"/>
            <a:ext cx="1506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800" b="1" spc="-8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side</a:t>
            </a:r>
            <a:r>
              <a:rPr sz="1800" b="1" spc="-8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view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0" name="object 9"/>
          <p:cNvGrpSpPr/>
          <p:nvPr/>
        </p:nvGrpSpPr>
        <p:grpSpPr>
          <a:xfrm>
            <a:off x="224906" y="1246758"/>
            <a:ext cx="8405495" cy="4320540"/>
            <a:chOff x="224906" y="1246758"/>
            <a:chExt cx="8405495" cy="4320540"/>
          </a:xfrm>
        </p:grpSpPr>
        <p:pic>
          <p:nvPicPr>
            <p:cNvPr id="11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4906" y="1295000"/>
              <a:ext cx="2575247" cy="4214665"/>
            </a:xfrm>
            <a:prstGeom prst="rect">
              <a:avLst/>
            </a:prstGeom>
          </p:spPr>
        </p:pic>
        <p:pic>
          <p:nvPicPr>
            <p:cNvPr id="12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3149" y="1246758"/>
              <a:ext cx="2630931" cy="4320032"/>
            </a:xfrm>
            <a:prstGeom prst="rect">
              <a:avLst/>
            </a:prstGeom>
          </p:spPr>
        </p:pic>
        <p:pic>
          <p:nvPicPr>
            <p:cNvPr id="13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6841" y="1264792"/>
              <a:ext cx="3163316" cy="3240023"/>
            </a:xfrm>
            <a:prstGeom prst="rect">
              <a:avLst/>
            </a:prstGeom>
          </p:spPr>
        </p:pic>
      </p:grpSp>
      <p:pic>
        <p:nvPicPr>
          <p:cNvPr id="14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9053" y="2253614"/>
            <a:ext cx="3270123" cy="2160016"/>
          </a:xfrm>
          <a:prstGeom prst="rect">
            <a:avLst/>
          </a:prstGeom>
        </p:spPr>
      </p:pic>
      <p:sp>
        <p:nvSpPr>
          <p:cNvPr id="15" name="object 14"/>
          <p:cNvSpPr txBox="1"/>
          <p:nvPr/>
        </p:nvSpPr>
        <p:spPr>
          <a:xfrm>
            <a:off x="1530350" y="5877724"/>
            <a:ext cx="9969500" cy="25654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800" b="1" spc="-3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800" b="1" spc="-2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1800" b="1" spc="-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800" b="1" spc="-3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160</a:t>
            </a:r>
            <a:r>
              <a:rPr sz="1800" b="1" spc="-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PARTS</a:t>
            </a:r>
            <a:r>
              <a:rPr sz="1800" b="1" spc="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LOADING</a:t>
            </a:r>
            <a:r>
              <a:rPr sz="1800" b="1" spc="2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800" b="1" spc="-3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800" b="1" spc="-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INPUT</a:t>
            </a:r>
            <a:r>
              <a:rPr sz="1800" b="1" spc="-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TABLE.</a:t>
            </a:r>
            <a:r>
              <a:rPr sz="1800" b="1" spc="49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Total</a:t>
            </a:r>
            <a:r>
              <a:rPr sz="1800" b="1" spc="-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INPURT</a:t>
            </a:r>
            <a:r>
              <a:rPr sz="1800" b="1" spc="-2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TABLE</a:t>
            </a:r>
            <a:r>
              <a:rPr sz="1800" b="1" spc="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1800" b="1" spc="-3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1Nos=</a:t>
            </a:r>
            <a:r>
              <a:rPr sz="1800" b="1" spc="-2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160</a:t>
            </a:r>
            <a:r>
              <a:rPr sz="1800" b="1" spc="-25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Arial" panose="020B0604020202020204"/>
                <a:cs typeface="Arial" panose="020B0604020202020204"/>
              </a:rPr>
              <a:t>PARTS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34026" y="6274310"/>
            <a:ext cx="6944868" cy="38097"/>
          </a:xfrm>
          <a:prstGeom prst="rect">
            <a:avLst/>
          </a:prstGeom>
        </p:spPr>
      </p:pic>
      <p:sp>
        <p:nvSpPr>
          <p:cNvPr id="9" name="object 6"/>
          <p:cNvSpPr txBox="1"/>
          <p:nvPr/>
        </p:nvSpPr>
        <p:spPr>
          <a:xfrm>
            <a:off x="1424686" y="5856528"/>
            <a:ext cx="3495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1800" b="1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conveyor</a:t>
            </a:r>
            <a:r>
              <a:rPr sz="1800" b="1" spc="-5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800" b="1" spc="-6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Path-</a:t>
            </a:r>
            <a:r>
              <a:rPr sz="1800" b="1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68</a:t>
            </a:r>
            <a:r>
              <a:rPr sz="1800" b="1" spc="-5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Nos.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0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849" y="947333"/>
            <a:ext cx="4590509" cy="4862979"/>
          </a:xfrm>
          <a:prstGeom prst="rect">
            <a:avLst/>
          </a:prstGeom>
        </p:spPr>
      </p:pic>
      <p:pic>
        <p:nvPicPr>
          <p:cNvPr id="11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5000" y="3385733"/>
            <a:ext cx="3685570" cy="2377402"/>
          </a:xfrm>
          <a:prstGeom prst="rect">
            <a:avLst/>
          </a:prstGeom>
        </p:spPr>
      </p:pic>
      <p:pic>
        <p:nvPicPr>
          <p:cNvPr id="12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22938" y="1051419"/>
            <a:ext cx="3586876" cy="215484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1350391" y="5322570"/>
            <a:ext cx="214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Gripper</a:t>
            </a:r>
            <a:r>
              <a:rPr sz="1800" b="1" spc="-5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1800" b="1" spc="-4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part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7305547" y="5220970"/>
            <a:ext cx="255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Gripper</a:t>
            </a:r>
            <a:r>
              <a:rPr sz="1800" b="1" spc="-6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800" b="1" spc="-85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part</a:t>
            </a:r>
            <a:r>
              <a:rPr sz="1800" b="1" spc="-5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holding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92239" y="1391142"/>
            <a:ext cx="4506959" cy="3511894"/>
          </a:xfrm>
          <a:prstGeom prst="rect">
            <a:avLst/>
          </a:prstGeom>
        </p:spPr>
      </p:pic>
      <p:pic>
        <p:nvPicPr>
          <p:cNvPr id="10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8987" y="1447164"/>
            <a:ext cx="4598429" cy="367265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003935" y="918210"/>
          <a:ext cx="9998710" cy="5225089"/>
        </p:xfrm>
        <a:graphic>
          <a:graphicData uri="http://schemas.openxmlformats.org/drawingml/2006/table">
            <a:tbl>
              <a:tblPr/>
              <a:tblGrid>
                <a:gridCol w="3285490"/>
                <a:gridCol w="1576705"/>
                <a:gridCol w="1575435"/>
                <a:gridCol w="1576705"/>
                <a:gridCol w="1984375"/>
              </a:tblGrid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BOM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UOM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QTY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UNIT COST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Design &amp; Engineering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PLC Program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Project Management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Drawing and Documentation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 &amp; AMR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UR 12e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₹18,35,000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₹36,70,000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Yaskawa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₹14,50,000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₹14,50,000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Fingure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Fingure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₹1,38,500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₹8,31,000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Mechanical Accessories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Pedestal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₹16,27,000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₹16,27,000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Input table &amp; Other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051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E&amp;I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HMI , PLC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₹9,63,000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₹9,63,000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Control Panel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9814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₹4,62,000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₹4,62,000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Digitalization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4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₹93,52,000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0922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OF MANPOWER REDUCED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739775" y="734695"/>
          <a:ext cx="10818495" cy="3194685"/>
        </p:xfrm>
        <a:graphic>
          <a:graphicData uri="http://schemas.openxmlformats.org/drawingml/2006/table">
            <a:tbl>
              <a:tblPr/>
              <a:tblGrid>
                <a:gridCol w="532130"/>
                <a:gridCol w="899795"/>
                <a:gridCol w="2659380"/>
                <a:gridCol w="1254760"/>
                <a:gridCol w="1443990"/>
                <a:gridCol w="1267460"/>
                <a:gridCol w="1418590"/>
                <a:gridCol w="1342390"/>
              </a:tblGrid>
              <a:tr h="232410">
                <a:tc gridSpan="8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 Reduction – HELICAL LINE Automation</a:t>
                      </a:r>
                      <a:endParaRPr sz="1400" b="1" i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S.No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Part No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Station / Operation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(Manual)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(After Automation)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Reduced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Avg. Monthly Cost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per Head (₹)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Monthly Cost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Savings (₹)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267970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981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₹22,000 x 3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₹66,000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4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6733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982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317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733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1790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₹22,000</a:t>
                      </a:r>
                      <a:r>
                        <a:rPr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 x 3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₹66,000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3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1386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GB" sz="14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TOTAL</a:t>
                      </a:r>
                      <a:r>
                        <a:rPr lang="en-US" altLang="en-GB" sz="14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 MANPOWER PER SHIFT</a:t>
                      </a:r>
                      <a:endParaRPr lang="en-US" altLang="en-GB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3272790" y="4102735"/>
          <a:ext cx="6225540" cy="21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705"/>
                <a:gridCol w="1981835"/>
              </a:tblGrid>
              <a:tr h="303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1F4E78"/>
                          </a:solidFill>
                          <a:latin typeface="Arial" panose="020B0604020202020204"/>
                        </a:rPr>
                        <a:t>Summary</a:t>
                      </a:r>
                      <a:endParaRPr lang="en-US" altLang="en-US" sz="1100" b="1">
                        <a:solidFill>
                          <a:srgbClr val="1F4E78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1F4E78"/>
                          </a:solidFill>
                          <a:latin typeface="Arial" panose="020B0604020202020204"/>
                        </a:rPr>
                        <a:t>VALUE</a:t>
                      </a:r>
                      <a:endParaRPr lang="en-US" altLang="en-US" sz="1100" b="1">
                        <a:solidFill>
                          <a:srgbClr val="1F4E78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Total Manpower Before (Manual) / Per shift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8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Total Manpower After (Automation) / Per Shift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Total Manpower Reduced / Per shift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6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% Manpower Reduction / Per shift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75.0%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Total Monthly Cost Savings / Per shift 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/>
                        </a:rPr>
                        <a:t>1,32,000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Total Annual Cost Savings / Per shift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/>
                        </a:rPr>
                        <a:t>15,84,000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744855" y="782320"/>
          <a:ext cx="10492740" cy="5347009"/>
        </p:xfrm>
        <a:graphic>
          <a:graphicData uri="http://schemas.openxmlformats.org/drawingml/2006/table">
            <a:tbl>
              <a:tblPr/>
              <a:tblGrid>
                <a:gridCol w="4742815"/>
                <a:gridCol w="3111500"/>
                <a:gridCol w="2638425"/>
              </a:tblGrid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Parameter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Calculation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Value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Machines Automated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Cobots Used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1yaskava + 2UR 12e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per Shift (Current)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Shifts per Day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Operators Required per Day (Current)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 × 3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Salary per Operator per Month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22,000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Monthly Manpower Cost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24 × 22,000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5,28,000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Annual Manpower Cost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5,28,000 × 12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63,36,000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After Automation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lang="en-US"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Monthly Manpower Cost After Automation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22,000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Manpower Cost After Automation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12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Savings Due to Automation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63,36,000 −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Automation Project Cost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93,52,000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(Years)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93,52,000 ÷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96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Years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(Months)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 × 12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Months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 Reduction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08 − 0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lang="en-US"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Operators Reduced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Savings After 5 Years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5) − 93,52,000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r>
                        <a:rPr lang="en-IN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8,000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0730" cy="6172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TIME CALCULATION  —  OP10 &amp; OP20</a:t>
            </a:r>
            <a:r>
              <a:rPr lang="en-IN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HELICAL LINE</a:t>
            </a:r>
            <a:endParaRPr lang="en-IN" alt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463550" y="1447165"/>
          <a:ext cx="10741025" cy="415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2700"/>
                <a:gridCol w="1407160"/>
                <a:gridCol w="1394460"/>
                <a:gridCol w="1462405"/>
                <a:gridCol w="1430655"/>
                <a:gridCol w="1493520"/>
                <a:gridCol w="1081405"/>
              </a:tblGrid>
              <a:tr h="1775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Part No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OP10 &amp; OP20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output/hr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output/shift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output/day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actual/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efficiency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cnc machine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cobot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595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981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240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675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7,550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robot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982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240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675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7,550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</a:t>
                      </a: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86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480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1,350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35,100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cobot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790</a:t>
                      </a:r>
                      <a:endParaRPr lang="en-IN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480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1,350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35,100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r>
                        <a:rPr lang="en-IN" alt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 cobot</a:t>
                      </a:r>
                      <a:endParaRPr lang="en-IN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HELICAL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85190" y="1275715"/>
          <a:ext cx="9810115" cy="4179252"/>
        </p:xfrm>
        <a:graphic>
          <a:graphicData uri="http://schemas.openxmlformats.org/drawingml/2006/table">
            <a:tbl>
              <a:tblPr/>
              <a:tblGrid>
                <a:gridCol w="548005"/>
                <a:gridCol w="963930"/>
                <a:gridCol w="1831975"/>
                <a:gridCol w="1106805"/>
                <a:gridCol w="1019810"/>
                <a:gridCol w="1275080"/>
                <a:gridCol w="1167765"/>
                <a:gridCol w="933450"/>
                <a:gridCol w="963295"/>
              </a:tblGrid>
              <a:tr h="66929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30%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8,05,600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65%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6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0,78,800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4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,67,600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93</a:t>
                      </a:r>
                      <a:r>
                        <a:rPr lang="en-IN" sz="16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,52,000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IMPLEMENTATION STATUS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HELICAL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0" y="870585"/>
          <a:ext cx="12190730" cy="4839330"/>
        </p:xfrm>
        <a:graphic>
          <a:graphicData uri="http://schemas.openxmlformats.org/drawingml/2006/table">
            <a:tbl>
              <a:tblPr/>
              <a:tblGrid>
                <a:gridCol w="3136265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  <a:gridCol w="422275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</a:tblGrid>
              <a:tr h="314325">
                <a:tc gridSpan="25">
                  <a:txBody>
                    <a:bodyPr/>
                    <a:lstStyle/>
                    <a:p>
                      <a:pPr algn="ctr" fontAlgn="ctr"/>
                      <a:r>
                        <a:rPr lang="en-IN"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HELICAL</a:t>
                      </a:r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LINE ACTIVITY CHART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E796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Jun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Jul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Nov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Receipt of Purchase order / LOI 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Detailed layout , Drawing and BOQ submission for Approval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b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Manufacturing - Mechanical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Manufacturing - Electrical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Assembly - Mechanical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Assembly - Electrical (including Panel interface)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Internal Trials (no load test)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FAT Test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I&amp;C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x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574415" y="5869305"/>
            <a:ext cx="8086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b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Current status -  DAP Submission</a:t>
            </a:r>
            <a:endParaRPr lang="en-IN" altLang="en-US" sz="2400" b="1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Ather line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Machine Tending </a:t>
            </a:r>
            <a:endParaRPr lang="en-US" sz="3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67105" y="1731137"/>
            <a:ext cx="9671050" cy="4388231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22250" y="1074420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3D Isometric Layout</a:t>
            </a:r>
            <a:endParaRPr 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1" cstate="print"/>
          <a:srcRect r="36901"/>
          <a:stretch>
            <a:fillRect/>
          </a:stretch>
        </p:blipFill>
        <p:spPr>
          <a:xfrm>
            <a:off x="576580" y="3714750"/>
            <a:ext cx="7194550" cy="2597150"/>
          </a:xfrm>
          <a:prstGeom prst="rect">
            <a:avLst/>
          </a:prstGeom>
        </p:spPr>
      </p:pic>
      <p:grpSp>
        <p:nvGrpSpPr>
          <p:cNvPr id="8" name="object 5"/>
          <p:cNvGrpSpPr/>
          <p:nvPr/>
        </p:nvGrpSpPr>
        <p:grpSpPr>
          <a:xfrm>
            <a:off x="627202" y="4439920"/>
            <a:ext cx="265430" cy="317500"/>
            <a:chOff x="627202" y="4439920"/>
            <a:chExt cx="265430" cy="317500"/>
          </a:xfrm>
        </p:grpSpPr>
        <p:sp>
          <p:nvSpPr>
            <p:cNvPr id="9" name="object 6"/>
            <p:cNvSpPr/>
            <p:nvPr/>
          </p:nvSpPr>
          <p:spPr>
            <a:xfrm>
              <a:off x="633552" y="444627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25" y="0"/>
                  </a:moveTo>
                  <a:lnTo>
                    <a:pt x="86329" y="7766"/>
                  </a:lnTo>
                  <a:lnTo>
                    <a:pt x="51679" y="29394"/>
                  </a:lnTo>
                  <a:lnTo>
                    <a:pt x="24354" y="62380"/>
                  </a:lnTo>
                  <a:lnTo>
                    <a:pt x="6435" y="104217"/>
                  </a:lnTo>
                  <a:lnTo>
                    <a:pt x="0" y="152399"/>
                  </a:lnTo>
                  <a:lnTo>
                    <a:pt x="6435" y="200582"/>
                  </a:lnTo>
                  <a:lnTo>
                    <a:pt x="24354" y="242419"/>
                  </a:lnTo>
                  <a:lnTo>
                    <a:pt x="51679" y="275405"/>
                  </a:lnTo>
                  <a:lnTo>
                    <a:pt x="86329" y="297033"/>
                  </a:lnTo>
                  <a:lnTo>
                    <a:pt x="126225" y="304799"/>
                  </a:lnTo>
                  <a:lnTo>
                    <a:pt x="166115" y="297033"/>
                  </a:lnTo>
                  <a:lnTo>
                    <a:pt x="200761" y="275405"/>
                  </a:lnTo>
                  <a:lnTo>
                    <a:pt x="228083" y="242419"/>
                  </a:lnTo>
                  <a:lnTo>
                    <a:pt x="246002" y="200582"/>
                  </a:lnTo>
                  <a:lnTo>
                    <a:pt x="252437" y="152399"/>
                  </a:lnTo>
                  <a:lnTo>
                    <a:pt x="246002" y="104217"/>
                  </a:lnTo>
                  <a:lnTo>
                    <a:pt x="228083" y="62380"/>
                  </a:lnTo>
                  <a:lnTo>
                    <a:pt x="200761" y="29394"/>
                  </a:lnTo>
                  <a:lnTo>
                    <a:pt x="166115" y="7766"/>
                  </a:lnTo>
                  <a:lnTo>
                    <a:pt x="12622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bject 7"/>
            <p:cNvSpPr/>
            <p:nvPr/>
          </p:nvSpPr>
          <p:spPr>
            <a:xfrm>
              <a:off x="633552" y="444627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399"/>
                  </a:moveTo>
                  <a:lnTo>
                    <a:pt x="6435" y="104217"/>
                  </a:lnTo>
                  <a:lnTo>
                    <a:pt x="24354" y="62380"/>
                  </a:lnTo>
                  <a:lnTo>
                    <a:pt x="51679" y="29394"/>
                  </a:lnTo>
                  <a:lnTo>
                    <a:pt x="86329" y="7766"/>
                  </a:lnTo>
                  <a:lnTo>
                    <a:pt x="126225" y="0"/>
                  </a:lnTo>
                  <a:lnTo>
                    <a:pt x="166115" y="7766"/>
                  </a:lnTo>
                  <a:lnTo>
                    <a:pt x="200761" y="29394"/>
                  </a:lnTo>
                  <a:lnTo>
                    <a:pt x="228083" y="62380"/>
                  </a:lnTo>
                  <a:lnTo>
                    <a:pt x="246002" y="104217"/>
                  </a:lnTo>
                  <a:lnTo>
                    <a:pt x="252437" y="152399"/>
                  </a:lnTo>
                  <a:lnTo>
                    <a:pt x="246002" y="200582"/>
                  </a:lnTo>
                  <a:lnTo>
                    <a:pt x="228083" y="242419"/>
                  </a:lnTo>
                  <a:lnTo>
                    <a:pt x="200761" y="275405"/>
                  </a:lnTo>
                  <a:lnTo>
                    <a:pt x="166115" y="297033"/>
                  </a:lnTo>
                  <a:lnTo>
                    <a:pt x="126225" y="304799"/>
                  </a:lnTo>
                  <a:lnTo>
                    <a:pt x="86329" y="297033"/>
                  </a:lnTo>
                  <a:lnTo>
                    <a:pt x="51679" y="275405"/>
                  </a:lnTo>
                  <a:lnTo>
                    <a:pt x="24354" y="242419"/>
                  </a:lnTo>
                  <a:lnTo>
                    <a:pt x="6435" y="200582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object 8"/>
          <p:cNvSpPr txBox="1"/>
          <p:nvPr/>
        </p:nvSpPr>
        <p:spPr>
          <a:xfrm>
            <a:off x="689254" y="443458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object 9"/>
          <p:cNvGrpSpPr/>
          <p:nvPr/>
        </p:nvGrpSpPr>
        <p:grpSpPr>
          <a:xfrm>
            <a:off x="1301877" y="5129529"/>
            <a:ext cx="265430" cy="317500"/>
            <a:chOff x="1301877" y="5129529"/>
            <a:chExt cx="265430" cy="317500"/>
          </a:xfrm>
        </p:grpSpPr>
        <p:sp>
          <p:nvSpPr>
            <p:cNvPr id="13" name="object 10"/>
            <p:cNvSpPr/>
            <p:nvPr/>
          </p:nvSpPr>
          <p:spPr>
            <a:xfrm>
              <a:off x="1308227" y="51358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object 11"/>
            <p:cNvSpPr/>
            <p:nvPr/>
          </p:nvSpPr>
          <p:spPr>
            <a:xfrm>
              <a:off x="1308227" y="51358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object 12"/>
          <p:cNvGrpSpPr/>
          <p:nvPr/>
        </p:nvGrpSpPr>
        <p:grpSpPr>
          <a:xfrm>
            <a:off x="1299463" y="4707635"/>
            <a:ext cx="265430" cy="317500"/>
            <a:chOff x="1299463" y="4707635"/>
            <a:chExt cx="265430" cy="317500"/>
          </a:xfrm>
        </p:grpSpPr>
        <p:sp>
          <p:nvSpPr>
            <p:cNvPr id="16" name="object 13"/>
            <p:cNvSpPr/>
            <p:nvPr/>
          </p:nvSpPr>
          <p:spPr>
            <a:xfrm>
              <a:off x="1305813" y="471398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111" y="0"/>
                  </a:moveTo>
                  <a:lnTo>
                    <a:pt x="86270" y="7766"/>
                  </a:lnTo>
                  <a:lnTo>
                    <a:pt x="51654" y="29394"/>
                  </a:lnTo>
                  <a:lnTo>
                    <a:pt x="24347" y="62380"/>
                  </a:lnTo>
                  <a:lnTo>
                    <a:pt x="6434" y="104217"/>
                  </a:lnTo>
                  <a:lnTo>
                    <a:pt x="0" y="152400"/>
                  </a:lnTo>
                  <a:lnTo>
                    <a:pt x="6434" y="200582"/>
                  </a:lnTo>
                  <a:lnTo>
                    <a:pt x="24347" y="242419"/>
                  </a:lnTo>
                  <a:lnTo>
                    <a:pt x="51654" y="275405"/>
                  </a:lnTo>
                  <a:lnTo>
                    <a:pt x="86270" y="297033"/>
                  </a:lnTo>
                  <a:lnTo>
                    <a:pt x="126111" y="304800"/>
                  </a:lnTo>
                  <a:lnTo>
                    <a:pt x="166013" y="297033"/>
                  </a:lnTo>
                  <a:lnTo>
                    <a:pt x="200667" y="275405"/>
                  </a:lnTo>
                  <a:lnTo>
                    <a:pt x="227993" y="242419"/>
                  </a:lnTo>
                  <a:lnTo>
                    <a:pt x="245913" y="200582"/>
                  </a:lnTo>
                  <a:lnTo>
                    <a:pt x="252349" y="152400"/>
                  </a:lnTo>
                  <a:lnTo>
                    <a:pt x="245913" y="104217"/>
                  </a:lnTo>
                  <a:lnTo>
                    <a:pt x="227993" y="62380"/>
                  </a:lnTo>
                  <a:lnTo>
                    <a:pt x="200667" y="29394"/>
                  </a:lnTo>
                  <a:lnTo>
                    <a:pt x="166013" y="7766"/>
                  </a:lnTo>
                  <a:lnTo>
                    <a:pt x="12611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bject 14"/>
            <p:cNvSpPr/>
            <p:nvPr/>
          </p:nvSpPr>
          <p:spPr>
            <a:xfrm>
              <a:off x="1305813" y="471398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4" y="104217"/>
                  </a:lnTo>
                  <a:lnTo>
                    <a:pt x="24347" y="62380"/>
                  </a:lnTo>
                  <a:lnTo>
                    <a:pt x="51654" y="29394"/>
                  </a:lnTo>
                  <a:lnTo>
                    <a:pt x="86270" y="7766"/>
                  </a:lnTo>
                  <a:lnTo>
                    <a:pt x="126111" y="0"/>
                  </a:lnTo>
                  <a:lnTo>
                    <a:pt x="166013" y="7766"/>
                  </a:lnTo>
                  <a:lnTo>
                    <a:pt x="200667" y="29394"/>
                  </a:lnTo>
                  <a:lnTo>
                    <a:pt x="227993" y="62380"/>
                  </a:lnTo>
                  <a:lnTo>
                    <a:pt x="245913" y="104217"/>
                  </a:lnTo>
                  <a:lnTo>
                    <a:pt x="252349" y="152400"/>
                  </a:lnTo>
                  <a:lnTo>
                    <a:pt x="245913" y="200582"/>
                  </a:lnTo>
                  <a:lnTo>
                    <a:pt x="227993" y="242419"/>
                  </a:lnTo>
                  <a:lnTo>
                    <a:pt x="200667" y="275405"/>
                  </a:lnTo>
                  <a:lnTo>
                    <a:pt x="166013" y="297033"/>
                  </a:lnTo>
                  <a:lnTo>
                    <a:pt x="126111" y="304800"/>
                  </a:lnTo>
                  <a:lnTo>
                    <a:pt x="86270" y="297033"/>
                  </a:lnTo>
                  <a:lnTo>
                    <a:pt x="51654" y="275405"/>
                  </a:lnTo>
                  <a:lnTo>
                    <a:pt x="24347" y="242419"/>
                  </a:lnTo>
                  <a:lnTo>
                    <a:pt x="6434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8" name="object 15"/>
          <p:cNvSpPr txBox="1"/>
          <p:nvPr/>
        </p:nvSpPr>
        <p:spPr>
          <a:xfrm>
            <a:off x="1361694" y="4555355"/>
            <a:ext cx="144145" cy="86868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605">
              <a:lnSpc>
                <a:spcPct val="100000"/>
              </a:lnSpc>
              <a:spcBef>
                <a:spcPts val="116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object 16"/>
          <p:cNvGrpSpPr/>
          <p:nvPr/>
        </p:nvGrpSpPr>
        <p:grpSpPr>
          <a:xfrm>
            <a:off x="1239824" y="3859657"/>
            <a:ext cx="265430" cy="317500"/>
            <a:chOff x="1239824" y="3859657"/>
            <a:chExt cx="265430" cy="317500"/>
          </a:xfrm>
        </p:grpSpPr>
        <p:sp>
          <p:nvSpPr>
            <p:cNvPr id="20" name="object 17"/>
            <p:cNvSpPr/>
            <p:nvPr/>
          </p:nvSpPr>
          <p:spPr>
            <a:xfrm>
              <a:off x="1246174" y="3866007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187" y="0"/>
                  </a:moveTo>
                  <a:lnTo>
                    <a:pt x="86290" y="7766"/>
                  </a:lnTo>
                  <a:lnTo>
                    <a:pt x="51648" y="29394"/>
                  </a:lnTo>
                  <a:lnTo>
                    <a:pt x="24337" y="62380"/>
                  </a:lnTo>
                  <a:lnTo>
                    <a:pt x="6430" y="104217"/>
                  </a:lnTo>
                  <a:lnTo>
                    <a:pt x="0" y="152400"/>
                  </a:lnTo>
                  <a:lnTo>
                    <a:pt x="6430" y="200582"/>
                  </a:lnTo>
                  <a:lnTo>
                    <a:pt x="24337" y="242419"/>
                  </a:lnTo>
                  <a:lnTo>
                    <a:pt x="51648" y="275405"/>
                  </a:lnTo>
                  <a:lnTo>
                    <a:pt x="86290" y="297033"/>
                  </a:lnTo>
                  <a:lnTo>
                    <a:pt x="126187" y="304800"/>
                  </a:lnTo>
                  <a:lnTo>
                    <a:pt x="166089" y="297033"/>
                  </a:lnTo>
                  <a:lnTo>
                    <a:pt x="200743" y="275405"/>
                  </a:lnTo>
                  <a:lnTo>
                    <a:pt x="228069" y="242419"/>
                  </a:lnTo>
                  <a:lnTo>
                    <a:pt x="245989" y="200582"/>
                  </a:lnTo>
                  <a:lnTo>
                    <a:pt x="252425" y="152400"/>
                  </a:lnTo>
                  <a:lnTo>
                    <a:pt x="245989" y="104217"/>
                  </a:lnTo>
                  <a:lnTo>
                    <a:pt x="228069" y="62380"/>
                  </a:lnTo>
                  <a:lnTo>
                    <a:pt x="200743" y="29394"/>
                  </a:lnTo>
                  <a:lnTo>
                    <a:pt x="166089" y="7766"/>
                  </a:lnTo>
                  <a:lnTo>
                    <a:pt x="12618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bject 18"/>
            <p:cNvSpPr/>
            <p:nvPr/>
          </p:nvSpPr>
          <p:spPr>
            <a:xfrm>
              <a:off x="1246174" y="3866007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0" y="104217"/>
                  </a:lnTo>
                  <a:lnTo>
                    <a:pt x="24337" y="62380"/>
                  </a:lnTo>
                  <a:lnTo>
                    <a:pt x="51648" y="29394"/>
                  </a:lnTo>
                  <a:lnTo>
                    <a:pt x="86290" y="7766"/>
                  </a:lnTo>
                  <a:lnTo>
                    <a:pt x="126187" y="0"/>
                  </a:lnTo>
                  <a:lnTo>
                    <a:pt x="166089" y="7766"/>
                  </a:lnTo>
                  <a:lnTo>
                    <a:pt x="200743" y="29394"/>
                  </a:lnTo>
                  <a:lnTo>
                    <a:pt x="228069" y="62380"/>
                  </a:lnTo>
                  <a:lnTo>
                    <a:pt x="245989" y="104217"/>
                  </a:lnTo>
                  <a:lnTo>
                    <a:pt x="252425" y="152400"/>
                  </a:lnTo>
                  <a:lnTo>
                    <a:pt x="245989" y="200582"/>
                  </a:lnTo>
                  <a:lnTo>
                    <a:pt x="228069" y="242419"/>
                  </a:lnTo>
                  <a:lnTo>
                    <a:pt x="200743" y="275405"/>
                  </a:lnTo>
                  <a:lnTo>
                    <a:pt x="166089" y="297033"/>
                  </a:lnTo>
                  <a:lnTo>
                    <a:pt x="126187" y="304800"/>
                  </a:lnTo>
                  <a:lnTo>
                    <a:pt x="86290" y="297033"/>
                  </a:lnTo>
                  <a:lnTo>
                    <a:pt x="51648" y="275405"/>
                  </a:lnTo>
                  <a:lnTo>
                    <a:pt x="24337" y="242419"/>
                  </a:lnTo>
                  <a:lnTo>
                    <a:pt x="6430" y="200582"/>
                  </a:lnTo>
                  <a:lnTo>
                    <a:pt x="0" y="1524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object 19"/>
          <p:cNvSpPr txBox="1"/>
          <p:nvPr/>
        </p:nvSpPr>
        <p:spPr>
          <a:xfrm>
            <a:off x="1301877" y="385432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object 20"/>
          <p:cNvGrpSpPr/>
          <p:nvPr/>
        </p:nvGrpSpPr>
        <p:grpSpPr>
          <a:xfrm>
            <a:off x="1824735" y="4548885"/>
            <a:ext cx="265430" cy="317500"/>
            <a:chOff x="1824735" y="4548885"/>
            <a:chExt cx="265430" cy="317500"/>
          </a:xfrm>
        </p:grpSpPr>
        <p:sp>
          <p:nvSpPr>
            <p:cNvPr id="24" name="object 21"/>
            <p:cNvSpPr/>
            <p:nvPr/>
          </p:nvSpPr>
          <p:spPr>
            <a:xfrm>
              <a:off x="1831085" y="45552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111" y="0"/>
                  </a:moveTo>
                  <a:lnTo>
                    <a:pt x="86270" y="7766"/>
                  </a:lnTo>
                  <a:lnTo>
                    <a:pt x="51654" y="29394"/>
                  </a:lnTo>
                  <a:lnTo>
                    <a:pt x="24347" y="62380"/>
                  </a:lnTo>
                  <a:lnTo>
                    <a:pt x="6434" y="104217"/>
                  </a:lnTo>
                  <a:lnTo>
                    <a:pt x="0" y="152400"/>
                  </a:lnTo>
                  <a:lnTo>
                    <a:pt x="6434" y="200582"/>
                  </a:lnTo>
                  <a:lnTo>
                    <a:pt x="24347" y="242419"/>
                  </a:lnTo>
                  <a:lnTo>
                    <a:pt x="51654" y="275405"/>
                  </a:lnTo>
                  <a:lnTo>
                    <a:pt x="86270" y="297033"/>
                  </a:lnTo>
                  <a:lnTo>
                    <a:pt x="126111" y="304800"/>
                  </a:lnTo>
                  <a:lnTo>
                    <a:pt x="166013" y="297033"/>
                  </a:lnTo>
                  <a:lnTo>
                    <a:pt x="200667" y="275405"/>
                  </a:lnTo>
                  <a:lnTo>
                    <a:pt x="227993" y="242419"/>
                  </a:lnTo>
                  <a:lnTo>
                    <a:pt x="245913" y="200582"/>
                  </a:lnTo>
                  <a:lnTo>
                    <a:pt x="252349" y="152400"/>
                  </a:lnTo>
                  <a:lnTo>
                    <a:pt x="245913" y="104217"/>
                  </a:lnTo>
                  <a:lnTo>
                    <a:pt x="227993" y="62380"/>
                  </a:lnTo>
                  <a:lnTo>
                    <a:pt x="200667" y="29394"/>
                  </a:lnTo>
                  <a:lnTo>
                    <a:pt x="166013" y="7766"/>
                  </a:lnTo>
                  <a:lnTo>
                    <a:pt x="12611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object 22"/>
            <p:cNvSpPr/>
            <p:nvPr/>
          </p:nvSpPr>
          <p:spPr>
            <a:xfrm>
              <a:off x="1831085" y="45552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4" y="104217"/>
                  </a:lnTo>
                  <a:lnTo>
                    <a:pt x="24347" y="62380"/>
                  </a:lnTo>
                  <a:lnTo>
                    <a:pt x="51654" y="29394"/>
                  </a:lnTo>
                  <a:lnTo>
                    <a:pt x="86270" y="7766"/>
                  </a:lnTo>
                  <a:lnTo>
                    <a:pt x="126111" y="0"/>
                  </a:lnTo>
                  <a:lnTo>
                    <a:pt x="166013" y="7766"/>
                  </a:lnTo>
                  <a:lnTo>
                    <a:pt x="200667" y="29394"/>
                  </a:lnTo>
                  <a:lnTo>
                    <a:pt x="227993" y="62380"/>
                  </a:lnTo>
                  <a:lnTo>
                    <a:pt x="245913" y="104217"/>
                  </a:lnTo>
                  <a:lnTo>
                    <a:pt x="252349" y="152400"/>
                  </a:lnTo>
                  <a:lnTo>
                    <a:pt x="245913" y="200582"/>
                  </a:lnTo>
                  <a:lnTo>
                    <a:pt x="227993" y="242419"/>
                  </a:lnTo>
                  <a:lnTo>
                    <a:pt x="200667" y="275405"/>
                  </a:lnTo>
                  <a:lnTo>
                    <a:pt x="166013" y="297033"/>
                  </a:lnTo>
                  <a:lnTo>
                    <a:pt x="126111" y="304800"/>
                  </a:lnTo>
                  <a:lnTo>
                    <a:pt x="86270" y="297033"/>
                  </a:lnTo>
                  <a:lnTo>
                    <a:pt x="51654" y="275405"/>
                  </a:lnTo>
                  <a:lnTo>
                    <a:pt x="24347" y="242419"/>
                  </a:lnTo>
                  <a:lnTo>
                    <a:pt x="6434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" name="object 23"/>
          <p:cNvSpPr txBox="1"/>
          <p:nvPr/>
        </p:nvSpPr>
        <p:spPr>
          <a:xfrm>
            <a:off x="1886839" y="454342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7" name="object 24"/>
          <p:cNvGrpSpPr/>
          <p:nvPr/>
        </p:nvGrpSpPr>
        <p:grpSpPr>
          <a:xfrm>
            <a:off x="2891027" y="5563234"/>
            <a:ext cx="265430" cy="317500"/>
            <a:chOff x="2891027" y="5563234"/>
            <a:chExt cx="265430" cy="317500"/>
          </a:xfrm>
        </p:grpSpPr>
        <p:sp>
          <p:nvSpPr>
            <p:cNvPr id="28" name="object 25"/>
            <p:cNvSpPr/>
            <p:nvPr/>
          </p:nvSpPr>
          <p:spPr>
            <a:xfrm>
              <a:off x="2897377" y="5569584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8" y="0"/>
                  </a:moveTo>
                  <a:lnTo>
                    <a:pt x="86335" y="7769"/>
                  </a:lnTo>
                  <a:lnTo>
                    <a:pt x="51681" y="29405"/>
                  </a:lnTo>
                  <a:lnTo>
                    <a:pt x="24355" y="62396"/>
                  </a:lnTo>
                  <a:lnTo>
                    <a:pt x="6435" y="104231"/>
                  </a:lnTo>
                  <a:lnTo>
                    <a:pt x="0" y="152399"/>
                  </a:lnTo>
                  <a:lnTo>
                    <a:pt x="6435" y="200568"/>
                  </a:lnTo>
                  <a:lnTo>
                    <a:pt x="24355" y="242403"/>
                  </a:lnTo>
                  <a:lnTo>
                    <a:pt x="51681" y="275394"/>
                  </a:lnTo>
                  <a:lnTo>
                    <a:pt x="86335" y="297030"/>
                  </a:lnTo>
                  <a:lnTo>
                    <a:pt x="126238" y="304799"/>
                  </a:lnTo>
                  <a:lnTo>
                    <a:pt x="166140" y="297030"/>
                  </a:lnTo>
                  <a:lnTo>
                    <a:pt x="200794" y="275394"/>
                  </a:lnTo>
                  <a:lnTo>
                    <a:pt x="228120" y="242403"/>
                  </a:lnTo>
                  <a:lnTo>
                    <a:pt x="246040" y="200568"/>
                  </a:lnTo>
                  <a:lnTo>
                    <a:pt x="252476" y="152399"/>
                  </a:lnTo>
                  <a:lnTo>
                    <a:pt x="246040" y="104231"/>
                  </a:lnTo>
                  <a:lnTo>
                    <a:pt x="228120" y="62396"/>
                  </a:lnTo>
                  <a:lnTo>
                    <a:pt x="200794" y="29405"/>
                  </a:lnTo>
                  <a:lnTo>
                    <a:pt x="166140" y="7769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object 26"/>
            <p:cNvSpPr/>
            <p:nvPr/>
          </p:nvSpPr>
          <p:spPr>
            <a:xfrm>
              <a:off x="2897377" y="5569584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399"/>
                  </a:moveTo>
                  <a:lnTo>
                    <a:pt x="6435" y="104231"/>
                  </a:lnTo>
                  <a:lnTo>
                    <a:pt x="24355" y="62396"/>
                  </a:lnTo>
                  <a:lnTo>
                    <a:pt x="51681" y="29405"/>
                  </a:lnTo>
                  <a:lnTo>
                    <a:pt x="86335" y="7769"/>
                  </a:lnTo>
                  <a:lnTo>
                    <a:pt x="126238" y="0"/>
                  </a:lnTo>
                  <a:lnTo>
                    <a:pt x="166140" y="7769"/>
                  </a:lnTo>
                  <a:lnTo>
                    <a:pt x="200794" y="29405"/>
                  </a:lnTo>
                  <a:lnTo>
                    <a:pt x="228120" y="62396"/>
                  </a:lnTo>
                  <a:lnTo>
                    <a:pt x="246040" y="104231"/>
                  </a:lnTo>
                  <a:lnTo>
                    <a:pt x="252476" y="152399"/>
                  </a:lnTo>
                  <a:lnTo>
                    <a:pt x="246040" y="200568"/>
                  </a:lnTo>
                  <a:lnTo>
                    <a:pt x="228120" y="242403"/>
                  </a:lnTo>
                  <a:lnTo>
                    <a:pt x="200794" y="275394"/>
                  </a:lnTo>
                  <a:lnTo>
                    <a:pt x="166140" y="297030"/>
                  </a:lnTo>
                  <a:lnTo>
                    <a:pt x="126238" y="304799"/>
                  </a:lnTo>
                  <a:lnTo>
                    <a:pt x="86335" y="297030"/>
                  </a:lnTo>
                  <a:lnTo>
                    <a:pt x="51681" y="275394"/>
                  </a:lnTo>
                  <a:lnTo>
                    <a:pt x="24355" y="242403"/>
                  </a:lnTo>
                  <a:lnTo>
                    <a:pt x="6435" y="200568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0" name="object 27"/>
          <p:cNvSpPr txBox="1"/>
          <p:nvPr/>
        </p:nvSpPr>
        <p:spPr>
          <a:xfrm>
            <a:off x="2953257" y="555812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object 28"/>
          <p:cNvGrpSpPr/>
          <p:nvPr/>
        </p:nvGrpSpPr>
        <p:grpSpPr>
          <a:xfrm>
            <a:off x="2524251" y="4794503"/>
            <a:ext cx="265430" cy="317500"/>
            <a:chOff x="2524251" y="4794503"/>
            <a:chExt cx="265430" cy="317500"/>
          </a:xfrm>
        </p:grpSpPr>
        <p:sp>
          <p:nvSpPr>
            <p:cNvPr id="32" name="object 29"/>
            <p:cNvSpPr/>
            <p:nvPr/>
          </p:nvSpPr>
          <p:spPr>
            <a:xfrm>
              <a:off x="2530601" y="4800853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34"/>
                  </a:lnTo>
                  <a:lnTo>
                    <a:pt x="24355" y="242364"/>
                  </a:lnTo>
                  <a:lnTo>
                    <a:pt x="51681" y="275368"/>
                  </a:lnTo>
                  <a:lnTo>
                    <a:pt x="86335" y="297021"/>
                  </a:lnTo>
                  <a:lnTo>
                    <a:pt x="126237" y="304800"/>
                  </a:lnTo>
                  <a:lnTo>
                    <a:pt x="166140" y="297021"/>
                  </a:lnTo>
                  <a:lnTo>
                    <a:pt x="200794" y="275368"/>
                  </a:lnTo>
                  <a:lnTo>
                    <a:pt x="228120" y="242364"/>
                  </a:lnTo>
                  <a:lnTo>
                    <a:pt x="246040" y="200534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object 30"/>
            <p:cNvSpPr/>
            <p:nvPr/>
          </p:nvSpPr>
          <p:spPr>
            <a:xfrm>
              <a:off x="2530601" y="4800853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34"/>
                  </a:lnTo>
                  <a:lnTo>
                    <a:pt x="228120" y="242364"/>
                  </a:lnTo>
                  <a:lnTo>
                    <a:pt x="200794" y="275368"/>
                  </a:lnTo>
                  <a:lnTo>
                    <a:pt x="166140" y="297021"/>
                  </a:lnTo>
                  <a:lnTo>
                    <a:pt x="126237" y="304800"/>
                  </a:lnTo>
                  <a:lnTo>
                    <a:pt x="86335" y="297021"/>
                  </a:lnTo>
                  <a:lnTo>
                    <a:pt x="51681" y="275368"/>
                  </a:lnTo>
                  <a:lnTo>
                    <a:pt x="24355" y="242364"/>
                  </a:lnTo>
                  <a:lnTo>
                    <a:pt x="6435" y="200534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4" name="object 31"/>
          <p:cNvSpPr txBox="1"/>
          <p:nvPr/>
        </p:nvSpPr>
        <p:spPr>
          <a:xfrm>
            <a:off x="2586608" y="47891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5" name="object 32"/>
          <p:cNvGrpSpPr/>
          <p:nvPr/>
        </p:nvGrpSpPr>
        <p:grpSpPr>
          <a:xfrm>
            <a:off x="3099307" y="4824729"/>
            <a:ext cx="265430" cy="317500"/>
            <a:chOff x="3099307" y="4824729"/>
            <a:chExt cx="265430" cy="317500"/>
          </a:xfrm>
        </p:grpSpPr>
        <p:sp>
          <p:nvSpPr>
            <p:cNvPr id="36" name="object 33"/>
            <p:cNvSpPr/>
            <p:nvPr/>
          </p:nvSpPr>
          <p:spPr>
            <a:xfrm>
              <a:off x="3105657" y="48310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6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object 34"/>
            <p:cNvSpPr/>
            <p:nvPr/>
          </p:nvSpPr>
          <p:spPr>
            <a:xfrm>
              <a:off x="3105657" y="48310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6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" name="object 35"/>
          <p:cNvSpPr txBox="1"/>
          <p:nvPr/>
        </p:nvSpPr>
        <p:spPr>
          <a:xfrm>
            <a:off x="3161792" y="481926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9" name="object 36"/>
          <p:cNvGrpSpPr/>
          <p:nvPr/>
        </p:nvGrpSpPr>
        <p:grpSpPr>
          <a:xfrm>
            <a:off x="2701163" y="3860546"/>
            <a:ext cx="265430" cy="317500"/>
            <a:chOff x="2701163" y="3860546"/>
            <a:chExt cx="265430" cy="317500"/>
          </a:xfrm>
        </p:grpSpPr>
        <p:sp>
          <p:nvSpPr>
            <p:cNvPr id="40" name="object 37"/>
            <p:cNvSpPr/>
            <p:nvPr/>
          </p:nvSpPr>
          <p:spPr>
            <a:xfrm>
              <a:off x="2707513" y="386689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399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799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399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object 38"/>
            <p:cNvSpPr/>
            <p:nvPr/>
          </p:nvSpPr>
          <p:spPr>
            <a:xfrm>
              <a:off x="2707513" y="386689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30" h="304800">
                  <a:moveTo>
                    <a:pt x="0" y="152399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399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799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2" name="object 39"/>
          <p:cNvSpPr txBox="1"/>
          <p:nvPr/>
        </p:nvSpPr>
        <p:spPr>
          <a:xfrm>
            <a:off x="2763392" y="385495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3" name="object 40"/>
          <p:cNvGrpSpPr/>
          <p:nvPr/>
        </p:nvGrpSpPr>
        <p:grpSpPr>
          <a:xfrm>
            <a:off x="2182876" y="4509770"/>
            <a:ext cx="264795" cy="297815"/>
            <a:chOff x="2182876" y="4509770"/>
            <a:chExt cx="264795" cy="297815"/>
          </a:xfrm>
        </p:grpSpPr>
        <p:sp>
          <p:nvSpPr>
            <p:cNvPr id="44" name="object 41"/>
            <p:cNvSpPr/>
            <p:nvPr/>
          </p:nvSpPr>
          <p:spPr>
            <a:xfrm>
              <a:off x="2189226" y="451612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84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360"/>
                  </a:lnTo>
                  <a:lnTo>
                    <a:pt x="24302" y="226440"/>
                  </a:lnTo>
                  <a:lnTo>
                    <a:pt x="51572" y="257261"/>
                  </a:lnTo>
                  <a:lnTo>
                    <a:pt x="86156" y="277474"/>
                  </a:lnTo>
                  <a:lnTo>
                    <a:pt x="125984" y="284733"/>
                  </a:lnTo>
                  <a:lnTo>
                    <a:pt x="165811" y="277474"/>
                  </a:lnTo>
                  <a:lnTo>
                    <a:pt x="200395" y="257261"/>
                  </a:lnTo>
                  <a:lnTo>
                    <a:pt x="227665" y="226440"/>
                  </a:lnTo>
                  <a:lnTo>
                    <a:pt x="245546" y="187360"/>
                  </a:lnTo>
                  <a:lnTo>
                    <a:pt x="251968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object 42"/>
            <p:cNvSpPr/>
            <p:nvPr/>
          </p:nvSpPr>
          <p:spPr>
            <a:xfrm>
              <a:off x="2189226" y="451612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4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8" y="142366"/>
                  </a:lnTo>
                  <a:lnTo>
                    <a:pt x="245546" y="187360"/>
                  </a:lnTo>
                  <a:lnTo>
                    <a:pt x="227665" y="226440"/>
                  </a:lnTo>
                  <a:lnTo>
                    <a:pt x="200395" y="257261"/>
                  </a:lnTo>
                  <a:lnTo>
                    <a:pt x="165811" y="277474"/>
                  </a:lnTo>
                  <a:lnTo>
                    <a:pt x="125984" y="284733"/>
                  </a:lnTo>
                  <a:lnTo>
                    <a:pt x="86156" y="277474"/>
                  </a:lnTo>
                  <a:lnTo>
                    <a:pt x="51572" y="257261"/>
                  </a:lnTo>
                  <a:lnTo>
                    <a:pt x="24302" y="226440"/>
                  </a:lnTo>
                  <a:lnTo>
                    <a:pt x="6421" y="187360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object 43"/>
          <p:cNvSpPr txBox="1"/>
          <p:nvPr/>
        </p:nvSpPr>
        <p:spPr>
          <a:xfrm>
            <a:off x="2230882" y="454532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" name="object 44"/>
          <p:cNvGrpSpPr/>
          <p:nvPr/>
        </p:nvGrpSpPr>
        <p:grpSpPr>
          <a:xfrm>
            <a:off x="3498341" y="4490720"/>
            <a:ext cx="264795" cy="297815"/>
            <a:chOff x="3498341" y="4490720"/>
            <a:chExt cx="264795" cy="297815"/>
          </a:xfrm>
        </p:grpSpPr>
        <p:sp>
          <p:nvSpPr>
            <p:cNvPr id="48" name="object 45"/>
            <p:cNvSpPr/>
            <p:nvPr/>
          </p:nvSpPr>
          <p:spPr>
            <a:xfrm>
              <a:off x="3504691" y="449707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205" y="7259"/>
                  </a:lnTo>
                  <a:lnTo>
                    <a:pt x="51627" y="27472"/>
                  </a:lnTo>
                  <a:lnTo>
                    <a:pt x="24339" y="58292"/>
                  </a:lnTo>
                  <a:lnTo>
                    <a:pt x="6433" y="97373"/>
                  </a:lnTo>
                  <a:lnTo>
                    <a:pt x="0" y="142366"/>
                  </a:lnTo>
                  <a:lnTo>
                    <a:pt x="6433" y="187347"/>
                  </a:lnTo>
                  <a:lnTo>
                    <a:pt x="24339" y="226396"/>
                  </a:lnTo>
                  <a:lnTo>
                    <a:pt x="51627" y="257179"/>
                  </a:lnTo>
                  <a:lnTo>
                    <a:pt x="86205" y="277360"/>
                  </a:lnTo>
                  <a:lnTo>
                    <a:pt x="125984" y="284606"/>
                  </a:lnTo>
                  <a:lnTo>
                    <a:pt x="165811" y="277360"/>
                  </a:lnTo>
                  <a:lnTo>
                    <a:pt x="200395" y="257179"/>
                  </a:lnTo>
                  <a:lnTo>
                    <a:pt x="227665" y="226396"/>
                  </a:lnTo>
                  <a:lnTo>
                    <a:pt x="245546" y="187347"/>
                  </a:lnTo>
                  <a:lnTo>
                    <a:pt x="251968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object 46"/>
            <p:cNvSpPr/>
            <p:nvPr/>
          </p:nvSpPr>
          <p:spPr>
            <a:xfrm>
              <a:off x="3504691" y="449707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33" y="97373"/>
                  </a:lnTo>
                  <a:lnTo>
                    <a:pt x="24339" y="58292"/>
                  </a:lnTo>
                  <a:lnTo>
                    <a:pt x="51627" y="27472"/>
                  </a:lnTo>
                  <a:lnTo>
                    <a:pt x="86205" y="7259"/>
                  </a:lnTo>
                  <a:lnTo>
                    <a:pt x="125984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8" y="142366"/>
                  </a:lnTo>
                  <a:lnTo>
                    <a:pt x="245546" y="187347"/>
                  </a:lnTo>
                  <a:lnTo>
                    <a:pt x="227665" y="226396"/>
                  </a:lnTo>
                  <a:lnTo>
                    <a:pt x="200395" y="257179"/>
                  </a:lnTo>
                  <a:lnTo>
                    <a:pt x="165811" y="277360"/>
                  </a:lnTo>
                  <a:lnTo>
                    <a:pt x="125984" y="284606"/>
                  </a:lnTo>
                  <a:lnTo>
                    <a:pt x="86205" y="277360"/>
                  </a:lnTo>
                  <a:lnTo>
                    <a:pt x="51627" y="257179"/>
                  </a:lnTo>
                  <a:lnTo>
                    <a:pt x="24339" y="226396"/>
                  </a:lnTo>
                  <a:lnTo>
                    <a:pt x="6433" y="187347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0" name="object 47"/>
          <p:cNvSpPr txBox="1"/>
          <p:nvPr/>
        </p:nvSpPr>
        <p:spPr>
          <a:xfrm>
            <a:off x="3546728" y="452602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1" name="object 48"/>
          <p:cNvGrpSpPr/>
          <p:nvPr/>
        </p:nvGrpSpPr>
        <p:grpSpPr>
          <a:xfrm>
            <a:off x="3970146" y="3859276"/>
            <a:ext cx="264795" cy="297815"/>
            <a:chOff x="3970146" y="3859276"/>
            <a:chExt cx="264795" cy="297815"/>
          </a:xfrm>
        </p:grpSpPr>
        <p:sp>
          <p:nvSpPr>
            <p:cNvPr id="52" name="object 49"/>
            <p:cNvSpPr/>
            <p:nvPr/>
          </p:nvSpPr>
          <p:spPr>
            <a:xfrm>
              <a:off x="3976496" y="386562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6"/>
                  </a:lnTo>
                  <a:lnTo>
                    <a:pt x="165811" y="277360"/>
                  </a:lnTo>
                  <a:lnTo>
                    <a:pt x="200395" y="257179"/>
                  </a:lnTo>
                  <a:lnTo>
                    <a:pt x="227665" y="226396"/>
                  </a:lnTo>
                  <a:lnTo>
                    <a:pt x="245546" y="187347"/>
                  </a:lnTo>
                  <a:lnTo>
                    <a:pt x="251967" y="142367"/>
                  </a:lnTo>
                  <a:lnTo>
                    <a:pt x="245546" y="97373"/>
                  </a:lnTo>
                  <a:lnTo>
                    <a:pt x="227665" y="58293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object 50"/>
            <p:cNvSpPr/>
            <p:nvPr/>
          </p:nvSpPr>
          <p:spPr>
            <a:xfrm>
              <a:off x="3976496" y="386562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3"/>
                  </a:lnTo>
                  <a:lnTo>
                    <a:pt x="245546" y="97373"/>
                  </a:lnTo>
                  <a:lnTo>
                    <a:pt x="251967" y="142367"/>
                  </a:lnTo>
                  <a:lnTo>
                    <a:pt x="245546" y="187347"/>
                  </a:lnTo>
                  <a:lnTo>
                    <a:pt x="227665" y="226396"/>
                  </a:lnTo>
                  <a:lnTo>
                    <a:pt x="200395" y="257179"/>
                  </a:lnTo>
                  <a:lnTo>
                    <a:pt x="165811" y="277360"/>
                  </a:lnTo>
                  <a:lnTo>
                    <a:pt x="125983" y="284606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" name="object 51"/>
          <p:cNvSpPr txBox="1"/>
          <p:nvPr/>
        </p:nvSpPr>
        <p:spPr>
          <a:xfrm>
            <a:off x="4018534" y="389458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5" name="object 52"/>
          <p:cNvGrpSpPr/>
          <p:nvPr/>
        </p:nvGrpSpPr>
        <p:grpSpPr>
          <a:xfrm>
            <a:off x="3964559" y="5505069"/>
            <a:ext cx="264795" cy="297815"/>
            <a:chOff x="3964559" y="5505069"/>
            <a:chExt cx="264795" cy="297815"/>
          </a:xfrm>
        </p:grpSpPr>
        <p:sp>
          <p:nvSpPr>
            <p:cNvPr id="56" name="object 53"/>
            <p:cNvSpPr/>
            <p:nvPr/>
          </p:nvSpPr>
          <p:spPr>
            <a:xfrm>
              <a:off x="3970909" y="551141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8"/>
                  </a:lnTo>
                  <a:lnTo>
                    <a:pt x="51572" y="27467"/>
                  </a:lnTo>
                  <a:lnTo>
                    <a:pt x="24302" y="58276"/>
                  </a:lnTo>
                  <a:lnTo>
                    <a:pt x="6421" y="97334"/>
                  </a:lnTo>
                  <a:lnTo>
                    <a:pt x="0" y="142290"/>
                  </a:lnTo>
                  <a:lnTo>
                    <a:pt x="6421" y="187275"/>
                  </a:lnTo>
                  <a:lnTo>
                    <a:pt x="24302" y="226345"/>
                  </a:lnTo>
                  <a:lnTo>
                    <a:pt x="51572" y="257156"/>
                  </a:lnTo>
                  <a:lnTo>
                    <a:pt x="86156" y="277363"/>
                  </a:lnTo>
                  <a:lnTo>
                    <a:pt x="125983" y="284619"/>
                  </a:lnTo>
                  <a:lnTo>
                    <a:pt x="165811" y="277363"/>
                  </a:lnTo>
                  <a:lnTo>
                    <a:pt x="200395" y="257156"/>
                  </a:lnTo>
                  <a:lnTo>
                    <a:pt x="227665" y="226345"/>
                  </a:lnTo>
                  <a:lnTo>
                    <a:pt x="245546" y="187275"/>
                  </a:lnTo>
                  <a:lnTo>
                    <a:pt x="251967" y="142290"/>
                  </a:lnTo>
                  <a:lnTo>
                    <a:pt x="245546" y="97334"/>
                  </a:lnTo>
                  <a:lnTo>
                    <a:pt x="227665" y="58276"/>
                  </a:lnTo>
                  <a:lnTo>
                    <a:pt x="200395" y="27467"/>
                  </a:lnTo>
                  <a:lnTo>
                    <a:pt x="165811" y="725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object 54"/>
            <p:cNvSpPr/>
            <p:nvPr/>
          </p:nvSpPr>
          <p:spPr>
            <a:xfrm>
              <a:off x="3970909" y="551141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90"/>
                  </a:moveTo>
                  <a:lnTo>
                    <a:pt x="6421" y="97334"/>
                  </a:lnTo>
                  <a:lnTo>
                    <a:pt x="24302" y="58276"/>
                  </a:lnTo>
                  <a:lnTo>
                    <a:pt x="51572" y="27467"/>
                  </a:lnTo>
                  <a:lnTo>
                    <a:pt x="86156" y="7258"/>
                  </a:lnTo>
                  <a:lnTo>
                    <a:pt x="125983" y="0"/>
                  </a:lnTo>
                  <a:lnTo>
                    <a:pt x="165811" y="7258"/>
                  </a:lnTo>
                  <a:lnTo>
                    <a:pt x="200395" y="27467"/>
                  </a:lnTo>
                  <a:lnTo>
                    <a:pt x="227665" y="58276"/>
                  </a:lnTo>
                  <a:lnTo>
                    <a:pt x="245546" y="97334"/>
                  </a:lnTo>
                  <a:lnTo>
                    <a:pt x="251967" y="142290"/>
                  </a:lnTo>
                  <a:lnTo>
                    <a:pt x="245546" y="187275"/>
                  </a:lnTo>
                  <a:lnTo>
                    <a:pt x="227665" y="226345"/>
                  </a:lnTo>
                  <a:lnTo>
                    <a:pt x="200395" y="257156"/>
                  </a:lnTo>
                  <a:lnTo>
                    <a:pt x="165811" y="277363"/>
                  </a:lnTo>
                  <a:lnTo>
                    <a:pt x="125983" y="284619"/>
                  </a:lnTo>
                  <a:lnTo>
                    <a:pt x="86156" y="277363"/>
                  </a:lnTo>
                  <a:lnTo>
                    <a:pt x="51572" y="257156"/>
                  </a:lnTo>
                  <a:lnTo>
                    <a:pt x="24302" y="226345"/>
                  </a:lnTo>
                  <a:lnTo>
                    <a:pt x="6421" y="187275"/>
                  </a:lnTo>
                  <a:lnTo>
                    <a:pt x="0" y="14229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8" name="object 55"/>
          <p:cNvSpPr txBox="1"/>
          <p:nvPr/>
        </p:nvSpPr>
        <p:spPr>
          <a:xfrm>
            <a:off x="4012819" y="5540755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9" name="object 56"/>
          <p:cNvGrpSpPr/>
          <p:nvPr/>
        </p:nvGrpSpPr>
        <p:grpSpPr>
          <a:xfrm>
            <a:off x="4087876" y="4844922"/>
            <a:ext cx="264795" cy="297815"/>
            <a:chOff x="4087876" y="4844922"/>
            <a:chExt cx="264795" cy="297815"/>
          </a:xfrm>
        </p:grpSpPr>
        <p:sp>
          <p:nvSpPr>
            <p:cNvPr id="60" name="object 57"/>
            <p:cNvSpPr/>
            <p:nvPr/>
          </p:nvSpPr>
          <p:spPr>
            <a:xfrm>
              <a:off x="4094226" y="485127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46"/>
                  </a:lnTo>
                  <a:lnTo>
                    <a:pt x="51572" y="27427"/>
                  </a:lnTo>
                  <a:lnTo>
                    <a:pt x="24302" y="58210"/>
                  </a:lnTo>
                  <a:lnTo>
                    <a:pt x="6421" y="97259"/>
                  </a:lnTo>
                  <a:lnTo>
                    <a:pt x="0" y="142239"/>
                  </a:lnTo>
                  <a:lnTo>
                    <a:pt x="6421" y="187233"/>
                  </a:lnTo>
                  <a:lnTo>
                    <a:pt x="24302" y="226313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4" y="284606"/>
                  </a:lnTo>
                  <a:lnTo>
                    <a:pt x="165811" y="277347"/>
                  </a:lnTo>
                  <a:lnTo>
                    <a:pt x="200395" y="257134"/>
                  </a:lnTo>
                  <a:lnTo>
                    <a:pt x="227665" y="226313"/>
                  </a:lnTo>
                  <a:lnTo>
                    <a:pt x="245546" y="187233"/>
                  </a:lnTo>
                  <a:lnTo>
                    <a:pt x="251968" y="142239"/>
                  </a:lnTo>
                  <a:lnTo>
                    <a:pt x="245546" y="97259"/>
                  </a:lnTo>
                  <a:lnTo>
                    <a:pt x="227665" y="58210"/>
                  </a:lnTo>
                  <a:lnTo>
                    <a:pt x="200395" y="27427"/>
                  </a:lnTo>
                  <a:lnTo>
                    <a:pt x="165811" y="7246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object 58"/>
            <p:cNvSpPr/>
            <p:nvPr/>
          </p:nvSpPr>
          <p:spPr>
            <a:xfrm>
              <a:off x="4094226" y="485127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1" y="97259"/>
                  </a:lnTo>
                  <a:lnTo>
                    <a:pt x="24302" y="58210"/>
                  </a:lnTo>
                  <a:lnTo>
                    <a:pt x="51572" y="27427"/>
                  </a:lnTo>
                  <a:lnTo>
                    <a:pt x="86156" y="7246"/>
                  </a:lnTo>
                  <a:lnTo>
                    <a:pt x="125984" y="0"/>
                  </a:lnTo>
                  <a:lnTo>
                    <a:pt x="165811" y="7246"/>
                  </a:lnTo>
                  <a:lnTo>
                    <a:pt x="200395" y="27427"/>
                  </a:lnTo>
                  <a:lnTo>
                    <a:pt x="227665" y="58210"/>
                  </a:lnTo>
                  <a:lnTo>
                    <a:pt x="245546" y="97259"/>
                  </a:lnTo>
                  <a:lnTo>
                    <a:pt x="251968" y="142239"/>
                  </a:lnTo>
                  <a:lnTo>
                    <a:pt x="245546" y="187233"/>
                  </a:lnTo>
                  <a:lnTo>
                    <a:pt x="227665" y="226313"/>
                  </a:lnTo>
                  <a:lnTo>
                    <a:pt x="200395" y="257134"/>
                  </a:lnTo>
                  <a:lnTo>
                    <a:pt x="165811" y="277347"/>
                  </a:lnTo>
                  <a:lnTo>
                    <a:pt x="125984" y="284606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3"/>
                  </a:lnTo>
                  <a:lnTo>
                    <a:pt x="6421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2" name="object 59"/>
          <p:cNvSpPr txBox="1"/>
          <p:nvPr/>
        </p:nvSpPr>
        <p:spPr>
          <a:xfrm>
            <a:off x="4136263" y="488022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object 60"/>
          <p:cNvGrpSpPr/>
          <p:nvPr/>
        </p:nvGrpSpPr>
        <p:grpSpPr>
          <a:xfrm>
            <a:off x="4520691" y="4964810"/>
            <a:ext cx="264795" cy="297815"/>
            <a:chOff x="4520691" y="4964810"/>
            <a:chExt cx="264795" cy="297815"/>
          </a:xfrm>
        </p:grpSpPr>
        <p:sp>
          <p:nvSpPr>
            <p:cNvPr id="64" name="object 61"/>
            <p:cNvSpPr/>
            <p:nvPr/>
          </p:nvSpPr>
          <p:spPr>
            <a:xfrm>
              <a:off x="4527041" y="497116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4" y="284606"/>
                  </a:lnTo>
                  <a:lnTo>
                    <a:pt x="165762" y="277360"/>
                  </a:lnTo>
                  <a:lnTo>
                    <a:pt x="200340" y="257179"/>
                  </a:lnTo>
                  <a:lnTo>
                    <a:pt x="227628" y="226396"/>
                  </a:lnTo>
                  <a:lnTo>
                    <a:pt x="245534" y="187347"/>
                  </a:lnTo>
                  <a:lnTo>
                    <a:pt x="251968" y="142366"/>
                  </a:lnTo>
                  <a:lnTo>
                    <a:pt x="245534" y="97373"/>
                  </a:lnTo>
                  <a:lnTo>
                    <a:pt x="227628" y="58292"/>
                  </a:lnTo>
                  <a:lnTo>
                    <a:pt x="200340" y="27472"/>
                  </a:lnTo>
                  <a:lnTo>
                    <a:pt x="165762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object 62"/>
            <p:cNvSpPr/>
            <p:nvPr/>
          </p:nvSpPr>
          <p:spPr>
            <a:xfrm>
              <a:off x="4527041" y="497116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4" y="0"/>
                  </a:lnTo>
                  <a:lnTo>
                    <a:pt x="165762" y="7259"/>
                  </a:lnTo>
                  <a:lnTo>
                    <a:pt x="200340" y="27472"/>
                  </a:lnTo>
                  <a:lnTo>
                    <a:pt x="227628" y="58292"/>
                  </a:lnTo>
                  <a:lnTo>
                    <a:pt x="245534" y="97373"/>
                  </a:lnTo>
                  <a:lnTo>
                    <a:pt x="251968" y="142366"/>
                  </a:lnTo>
                  <a:lnTo>
                    <a:pt x="245534" y="187347"/>
                  </a:lnTo>
                  <a:lnTo>
                    <a:pt x="227628" y="226396"/>
                  </a:lnTo>
                  <a:lnTo>
                    <a:pt x="200340" y="257179"/>
                  </a:lnTo>
                  <a:lnTo>
                    <a:pt x="165762" y="277360"/>
                  </a:lnTo>
                  <a:lnTo>
                    <a:pt x="125984" y="284606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6" name="object 63"/>
          <p:cNvSpPr txBox="1"/>
          <p:nvPr/>
        </p:nvSpPr>
        <p:spPr>
          <a:xfrm>
            <a:off x="4569078" y="500037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7" name="object 64"/>
          <p:cNvGrpSpPr/>
          <p:nvPr/>
        </p:nvGrpSpPr>
        <p:grpSpPr>
          <a:xfrm>
            <a:off x="5931534" y="4774819"/>
            <a:ext cx="264795" cy="297815"/>
            <a:chOff x="5931534" y="4774819"/>
            <a:chExt cx="264795" cy="297815"/>
          </a:xfrm>
        </p:grpSpPr>
        <p:sp>
          <p:nvSpPr>
            <p:cNvPr id="68" name="object 65"/>
            <p:cNvSpPr/>
            <p:nvPr/>
          </p:nvSpPr>
          <p:spPr>
            <a:xfrm>
              <a:off x="5937884" y="478116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091" y="7246"/>
                  </a:lnTo>
                  <a:lnTo>
                    <a:pt x="51544" y="27427"/>
                  </a:lnTo>
                  <a:lnTo>
                    <a:pt x="24294" y="58210"/>
                  </a:lnTo>
                  <a:lnTo>
                    <a:pt x="6420" y="97259"/>
                  </a:lnTo>
                  <a:lnTo>
                    <a:pt x="0" y="142239"/>
                  </a:lnTo>
                  <a:lnTo>
                    <a:pt x="6420" y="187233"/>
                  </a:lnTo>
                  <a:lnTo>
                    <a:pt x="24294" y="226313"/>
                  </a:lnTo>
                  <a:lnTo>
                    <a:pt x="51544" y="257134"/>
                  </a:lnTo>
                  <a:lnTo>
                    <a:pt x="86091" y="277347"/>
                  </a:lnTo>
                  <a:lnTo>
                    <a:pt x="125856" y="284606"/>
                  </a:lnTo>
                  <a:lnTo>
                    <a:pt x="165684" y="277347"/>
                  </a:lnTo>
                  <a:lnTo>
                    <a:pt x="200268" y="257134"/>
                  </a:lnTo>
                  <a:lnTo>
                    <a:pt x="227538" y="226313"/>
                  </a:lnTo>
                  <a:lnTo>
                    <a:pt x="245419" y="187233"/>
                  </a:lnTo>
                  <a:lnTo>
                    <a:pt x="251840" y="142239"/>
                  </a:lnTo>
                  <a:lnTo>
                    <a:pt x="245419" y="97259"/>
                  </a:lnTo>
                  <a:lnTo>
                    <a:pt x="227538" y="58210"/>
                  </a:lnTo>
                  <a:lnTo>
                    <a:pt x="200268" y="27427"/>
                  </a:lnTo>
                  <a:lnTo>
                    <a:pt x="165684" y="7246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object 66"/>
            <p:cNvSpPr/>
            <p:nvPr/>
          </p:nvSpPr>
          <p:spPr>
            <a:xfrm>
              <a:off x="5937884" y="478116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0" y="97259"/>
                  </a:lnTo>
                  <a:lnTo>
                    <a:pt x="24294" y="58210"/>
                  </a:lnTo>
                  <a:lnTo>
                    <a:pt x="51544" y="27427"/>
                  </a:lnTo>
                  <a:lnTo>
                    <a:pt x="86091" y="7246"/>
                  </a:lnTo>
                  <a:lnTo>
                    <a:pt x="125856" y="0"/>
                  </a:lnTo>
                  <a:lnTo>
                    <a:pt x="165684" y="7246"/>
                  </a:lnTo>
                  <a:lnTo>
                    <a:pt x="200268" y="27427"/>
                  </a:lnTo>
                  <a:lnTo>
                    <a:pt x="227538" y="58210"/>
                  </a:lnTo>
                  <a:lnTo>
                    <a:pt x="245419" y="97259"/>
                  </a:lnTo>
                  <a:lnTo>
                    <a:pt x="251840" y="142239"/>
                  </a:lnTo>
                  <a:lnTo>
                    <a:pt x="245419" y="187233"/>
                  </a:lnTo>
                  <a:lnTo>
                    <a:pt x="227538" y="226313"/>
                  </a:lnTo>
                  <a:lnTo>
                    <a:pt x="200268" y="257134"/>
                  </a:lnTo>
                  <a:lnTo>
                    <a:pt x="165684" y="277347"/>
                  </a:lnTo>
                  <a:lnTo>
                    <a:pt x="125856" y="284606"/>
                  </a:lnTo>
                  <a:lnTo>
                    <a:pt x="86091" y="277347"/>
                  </a:lnTo>
                  <a:lnTo>
                    <a:pt x="51544" y="257134"/>
                  </a:lnTo>
                  <a:lnTo>
                    <a:pt x="24294" y="226313"/>
                  </a:lnTo>
                  <a:lnTo>
                    <a:pt x="6420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0" name="object 67"/>
          <p:cNvSpPr txBox="1"/>
          <p:nvPr/>
        </p:nvSpPr>
        <p:spPr>
          <a:xfrm>
            <a:off x="5979921" y="4810125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1" name="object 68"/>
          <p:cNvGrpSpPr/>
          <p:nvPr/>
        </p:nvGrpSpPr>
        <p:grpSpPr>
          <a:xfrm>
            <a:off x="5474970" y="3890645"/>
            <a:ext cx="264795" cy="297815"/>
            <a:chOff x="5474970" y="3890645"/>
            <a:chExt cx="264795" cy="297815"/>
          </a:xfrm>
        </p:grpSpPr>
        <p:sp>
          <p:nvSpPr>
            <p:cNvPr id="72" name="object 69"/>
            <p:cNvSpPr/>
            <p:nvPr/>
          </p:nvSpPr>
          <p:spPr>
            <a:xfrm>
              <a:off x="5481320" y="389699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298"/>
                  </a:lnTo>
                  <a:lnTo>
                    <a:pt x="24302" y="226341"/>
                  </a:lnTo>
                  <a:lnTo>
                    <a:pt x="51572" y="257142"/>
                  </a:lnTo>
                  <a:lnTo>
                    <a:pt x="86156" y="277348"/>
                  </a:lnTo>
                  <a:lnTo>
                    <a:pt x="125983" y="284606"/>
                  </a:lnTo>
                  <a:lnTo>
                    <a:pt x="165811" y="277348"/>
                  </a:lnTo>
                  <a:lnTo>
                    <a:pt x="200395" y="257142"/>
                  </a:lnTo>
                  <a:lnTo>
                    <a:pt x="227665" y="226341"/>
                  </a:lnTo>
                  <a:lnTo>
                    <a:pt x="245546" y="187298"/>
                  </a:lnTo>
                  <a:lnTo>
                    <a:pt x="251967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object 70"/>
            <p:cNvSpPr/>
            <p:nvPr/>
          </p:nvSpPr>
          <p:spPr>
            <a:xfrm>
              <a:off x="5481320" y="389699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7" y="142366"/>
                  </a:lnTo>
                  <a:lnTo>
                    <a:pt x="245546" y="187298"/>
                  </a:lnTo>
                  <a:lnTo>
                    <a:pt x="227665" y="226341"/>
                  </a:lnTo>
                  <a:lnTo>
                    <a:pt x="200395" y="257142"/>
                  </a:lnTo>
                  <a:lnTo>
                    <a:pt x="165811" y="277348"/>
                  </a:lnTo>
                  <a:lnTo>
                    <a:pt x="125983" y="284606"/>
                  </a:lnTo>
                  <a:lnTo>
                    <a:pt x="86156" y="277348"/>
                  </a:lnTo>
                  <a:lnTo>
                    <a:pt x="51572" y="257142"/>
                  </a:lnTo>
                  <a:lnTo>
                    <a:pt x="24302" y="226341"/>
                  </a:lnTo>
                  <a:lnTo>
                    <a:pt x="6421" y="187298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4" name="object 71"/>
          <p:cNvSpPr txBox="1"/>
          <p:nvPr/>
        </p:nvSpPr>
        <p:spPr>
          <a:xfrm>
            <a:off x="5523357" y="3925951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5" name="object 72"/>
          <p:cNvGrpSpPr/>
          <p:nvPr/>
        </p:nvGrpSpPr>
        <p:grpSpPr>
          <a:xfrm>
            <a:off x="5382259" y="5499734"/>
            <a:ext cx="264795" cy="297815"/>
            <a:chOff x="5382259" y="5499734"/>
            <a:chExt cx="264795" cy="297815"/>
          </a:xfrm>
        </p:grpSpPr>
        <p:sp>
          <p:nvSpPr>
            <p:cNvPr id="76" name="object 73"/>
            <p:cNvSpPr/>
            <p:nvPr/>
          </p:nvSpPr>
          <p:spPr>
            <a:xfrm>
              <a:off x="5388609" y="5506084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091" y="7246"/>
                  </a:lnTo>
                  <a:lnTo>
                    <a:pt x="51544" y="27431"/>
                  </a:lnTo>
                  <a:lnTo>
                    <a:pt x="24294" y="58221"/>
                  </a:lnTo>
                  <a:lnTo>
                    <a:pt x="6420" y="97285"/>
                  </a:lnTo>
                  <a:lnTo>
                    <a:pt x="0" y="142290"/>
                  </a:lnTo>
                  <a:lnTo>
                    <a:pt x="6420" y="187274"/>
                  </a:lnTo>
                  <a:lnTo>
                    <a:pt x="24294" y="226341"/>
                  </a:lnTo>
                  <a:lnTo>
                    <a:pt x="51544" y="257148"/>
                  </a:lnTo>
                  <a:lnTo>
                    <a:pt x="86091" y="277351"/>
                  </a:lnTo>
                  <a:lnTo>
                    <a:pt x="125856" y="284606"/>
                  </a:lnTo>
                  <a:lnTo>
                    <a:pt x="165684" y="277351"/>
                  </a:lnTo>
                  <a:lnTo>
                    <a:pt x="200268" y="257148"/>
                  </a:lnTo>
                  <a:lnTo>
                    <a:pt x="227538" y="226341"/>
                  </a:lnTo>
                  <a:lnTo>
                    <a:pt x="245419" y="187274"/>
                  </a:lnTo>
                  <a:lnTo>
                    <a:pt x="251840" y="142290"/>
                  </a:lnTo>
                  <a:lnTo>
                    <a:pt x="245419" y="97285"/>
                  </a:lnTo>
                  <a:lnTo>
                    <a:pt x="227538" y="58221"/>
                  </a:lnTo>
                  <a:lnTo>
                    <a:pt x="200268" y="27431"/>
                  </a:lnTo>
                  <a:lnTo>
                    <a:pt x="165684" y="7246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object 74"/>
            <p:cNvSpPr/>
            <p:nvPr/>
          </p:nvSpPr>
          <p:spPr>
            <a:xfrm>
              <a:off x="5388609" y="5506084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90"/>
                  </a:moveTo>
                  <a:lnTo>
                    <a:pt x="6420" y="97285"/>
                  </a:lnTo>
                  <a:lnTo>
                    <a:pt x="24294" y="58221"/>
                  </a:lnTo>
                  <a:lnTo>
                    <a:pt x="51544" y="27431"/>
                  </a:lnTo>
                  <a:lnTo>
                    <a:pt x="86091" y="7246"/>
                  </a:lnTo>
                  <a:lnTo>
                    <a:pt x="125856" y="0"/>
                  </a:lnTo>
                  <a:lnTo>
                    <a:pt x="165684" y="7246"/>
                  </a:lnTo>
                  <a:lnTo>
                    <a:pt x="200268" y="27431"/>
                  </a:lnTo>
                  <a:lnTo>
                    <a:pt x="227538" y="58221"/>
                  </a:lnTo>
                  <a:lnTo>
                    <a:pt x="245419" y="97285"/>
                  </a:lnTo>
                  <a:lnTo>
                    <a:pt x="251840" y="142290"/>
                  </a:lnTo>
                  <a:lnTo>
                    <a:pt x="245419" y="187274"/>
                  </a:lnTo>
                  <a:lnTo>
                    <a:pt x="227538" y="226341"/>
                  </a:lnTo>
                  <a:lnTo>
                    <a:pt x="200268" y="257148"/>
                  </a:lnTo>
                  <a:lnTo>
                    <a:pt x="165684" y="277351"/>
                  </a:lnTo>
                  <a:lnTo>
                    <a:pt x="125856" y="284606"/>
                  </a:lnTo>
                  <a:lnTo>
                    <a:pt x="86091" y="277351"/>
                  </a:lnTo>
                  <a:lnTo>
                    <a:pt x="51544" y="257148"/>
                  </a:lnTo>
                  <a:lnTo>
                    <a:pt x="24294" y="226341"/>
                  </a:lnTo>
                  <a:lnTo>
                    <a:pt x="6420" y="187274"/>
                  </a:lnTo>
                  <a:lnTo>
                    <a:pt x="0" y="14229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8" name="object 75"/>
          <p:cNvSpPr txBox="1"/>
          <p:nvPr/>
        </p:nvSpPr>
        <p:spPr>
          <a:xfrm>
            <a:off x="5430773" y="553526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9" name="object 76"/>
          <p:cNvGrpSpPr/>
          <p:nvPr/>
        </p:nvGrpSpPr>
        <p:grpSpPr>
          <a:xfrm>
            <a:off x="5342890" y="4671948"/>
            <a:ext cx="264795" cy="297815"/>
            <a:chOff x="5342890" y="4671948"/>
            <a:chExt cx="264795" cy="297815"/>
          </a:xfrm>
        </p:grpSpPr>
        <p:sp>
          <p:nvSpPr>
            <p:cNvPr id="80" name="object 77"/>
            <p:cNvSpPr/>
            <p:nvPr/>
          </p:nvSpPr>
          <p:spPr>
            <a:xfrm>
              <a:off x="5349240" y="467829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4" y="284606"/>
                  </a:lnTo>
                  <a:lnTo>
                    <a:pt x="165762" y="277360"/>
                  </a:lnTo>
                  <a:lnTo>
                    <a:pt x="200340" y="257179"/>
                  </a:lnTo>
                  <a:lnTo>
                    <a:pt x="227628" y="226396"/>
                  </a:lnTo>
                  <a:lnTo>
                    <a:pt x="245534" y="187347"/>
                  </a:lnTo>
                  <a:lnTo>
                    <a:pt x="251968" y="142367"/>
                  </a:lnTo>
                  <a:lnTo>
                    <a:pt x="245534" y="97373"/>
                  </a:lnTo>
                  <a:lnTo>
                    <a:pt x="227628" y="58292"/>
                  </a:lnTo>
                  <a:lnTo>
                    <a:pt x="200340" y="27472"/>
                  </a:lnTo>
                  <a:lnTo>
                    <a:pt x="165762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object 78"/>
            <p:cNvSpPr/>
            <p:nvPr/>
          </p:nvSpPr>
          <p:spPr>
            <a:xfrm>
              <a:off x="5349240" y="467829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4" y="0"/>
                  </a:lnTo>
                  <a:lnTo>
                    <a:pt x="165762" y="7259"/>
                  </a:lnTo>
                  <a:lnTo>
                    <a:pt x="200340" y="27472"/>
                  </a:lnTo>
                  <a:lnTo>
                    <a:pt x="227628" y="58292"/>
                  </a:lnTo>
                  <a:lnTo>
                    <a:pt x="245534" y="97373"/>
                  </a:lnTo>
                  <a:lnTo>
                    <a:pt x="251968" y="142367"/>
                  </a:lnTo>
                  <a:lnTo>
                    <a:pt x="245534" y="187347"/>
                  </a:lnTo>
                  <a:lnTo>
                    <a:pt x="227628" y="226396"/>
                  </a:lnTo>
                  <a:lnTo>
                    <a:pt x="200340" y="257179"/>
                  </a:lnTo>
                  <a:lnTo>
                    <a:pt x="165762" y="277360"/>
                  </a:lnTo>
                  <a:lnTo>
                    <a:pt x="125984" y="284606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2" name="object 79"/>
          <p:cNvSpPr txBox="1"/>
          <p:nvPr/>
        </p:nvSpPr>
        <p:spPr>
          <a:xfrm>
            <a:off x="5391403" y="470738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3" name="object 80"/>
          <p:cNvGrpSpPr/>
          <p:nvPr/>
        </p:nvGrpSpPr>
        <p:grpSpPr>
          <a:xfrm>
            <a:off x="4926076" y="4548885"/>
            <a:ext cx="264795" cy="297815"/>
            <a:chOff x="4926076" y="4548885"/>
            <a:chExt cx="264795" cy="297815"/>
          </a:xfrm>
        </p:grpSpPr>
        <p:sp>
          <p:nvSpPr>
            <p:cNvPr id="84" name="object 81"/>
            <p:cNvSpPr/>
            <p:nvPr/>
          </p:nvSpPr>
          <p:spPr>
            <a:xfrm>
              <a:off x="4932426" y="455523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8"/>
                  </a:lnTo>
                  <a:lnTo>
                    <a:pt x="51572" y="27464"/>
                  </a:lnTo>
                  <a:lnTo>
                    <a:pt x="24302" y="58265"/>
                  </a:lnTo>
                  <a:lnTo>
                    <a:pt x="6421" y="97308"/>
                  </a:lnTo>
                  <a:lnTo>
                    <a:pt x="0" y="142239"/>
                  </a:lnTo>
                  <a:lnTo>
                    <a:pt x="6421" y="187233"/>
                  </a:lnTo>
                  <a:lnTo>
                    <a:pt x="24302" y="226313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4" y="284606"/>
                  </a:lnTo>
                  <a:lnTo>
                    <a:pt x="165811" y="277347"/>
                  </a:lnTo>
                  <a:lnTo>
                    <a:pt x="200395" y="257134"/>
                  </a:lnTo>
                  <a:lnTo>
                    <a:pt x="227665" y="226313"/>
                  </a:lnTo>
                  <a:lnTo>
                    <a:pt x="245546" y="187233"/>
                  </a:lnTo>
                  <a:lnTo>
                    <a:pt x="251968" y="142239"/>
                  </a:lnTo>
                  <a:lnTo>
                    <a:pt x="245546" y="97308"/>
                  </a:lnTo>
                  <a:lnTo>
                    <a:pt x="227665" y="58265"/>
                  </a:lnTo>
                  <a:lnTo>
                    <a:pt x="200395" y="27464"/>
                  </a:lnTo>
                  <a:lnTo>
                    <a:pt x="165811" y="7258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object 82"/>
            <p:cNvSpPr/>
            <p:nvPr/>
          </p:nvSpPr>
          <p:spPr>
            <a:xfrm>
              <a:off x="4932426" y="455523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1" y="97308"/>
                  </a:lnTo>
                  <a:lnTo>
                    <a:pt x="24302" y="58265"/>
                  </a:lnTo>
                  <a:lnTo>
                    <a:pt x="51572" y="27464"/>
                  </a:lnTo>
                  <a:lnTo>
                    <a:pt x="86156" y="7258"/>
                  </a:lnTo>
                  <a:lnTo>
                    <a:pt x="125984" y="0"/>
                  </a:lnTo>
                  <a:lnTo>
                    <a:pt x="165811" y="7258"/>
                  </a:lnTo>
                  <a:lnTo>
                    <a:pt x="200395" y="27464"/>
                  </a:lnTo>
                  <a:lnTo>
                    <a:pt x="227665" y="58265"/>
                  </a:lnTo>
                  <a:lnTo>
                    <a:pt x="245546" y="97308"/>
                  </a:lnTo>
                  <a:lnTo>
                    <a:pt x="251968" y="142239"/>
                  </a:lnTo>
                  <a:lnTo>
                    <a:pt x="245546" y="187233"/>
                  </a:lnTo>
                  <a:lnTo>
                    <a:pt x="227665" y="226313"/>
                  </a:lnTo>
                  <a:lnTo>
                    <a:pt x="200395" y="257134"/>
                  </a:lnTo>
                  <a:lnTo>
                    <a:pt x="165811" y="277347"/>
                  </a:lnTo>
                  <a:lnTo>
                    <a:pt x="125984" y="284606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3"/>
                  </a:lnTo>
                  <a:lnTo>
                    <a:pt x="6421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6" name="object 83"/>
          <p:cNvSpPr txBox="1"/>
          <p:nvPr/>
        </p:nvSpPr>
        <p:spPr>
          <a:xfrm>
            <a:off x="4974463" y="458431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7" name="object 84"/>
          <p:cNvGrpSpPr/>
          <p:nvPr/>
        </p:nvGrpSpPr>
        <p:grpSpPr>
          <a:xfrm>
            <a:off x="6357746" y="4540250"/>
            <a:ext cx="264795" cy="297815"/>
            <a:chOff x="6357746" y="4540250"/>
            <a:chExt cx="264795" cy="297815"/>
          </a:xfrm>
        </p:grpSpPr>
        <p:sp>
          <p:nvSpPr>
            <p:cNvPr id="88" name="object 85"/>
            <p:cNvSpPr/>
            <p:nvPr/>
          </p:nvSpPr>
          <p:spPr>
            <a:xfrm>
              <a:off x="6364096" y="454660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6"/>
                  </a:lnTo>
                  <a:lnTo>
                    <a:pt x="165762" y="277360"/>
                  </a:lnTo>
                  <a:lnTo>
                    <a:pt x="200340" y="257179"/>
                  </a:lnTo>
                  <a:lnTo>
                    <a:pt x="227628" y="226396"/>
                  </a:lnTo>
                  <a:lnTo>
                    <a:pt x="245534" y="187347"/>
                  </a:lnTo>
                  <a:lnTo>
                    <a:pt x="251968" y="142367"/>
                  </a:lnTo>
                  <a:lnTo>
                    <a:pt x="245534" y="97373"/>
                  </a:lnTo>
                  <a:lnTo>
                    <a:pt x="227628" y="58293"/>
                  </a:lnTo>
                  <a:lnTo>
                    <a:pt x="200340" y="27472"/>
                  </a:lnTo>
                  <a:lnTo>
                    <a:pt x="165762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object 86"/>
            <p:cNvSpPr/>
            <p:nvPr/>
          </p:nvSpPr>
          <p:spPr>
            <a:xfrm>
              <a:off x="6364096" y="454660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762" y="7259"/>
                  </a:lnTo>
                  <a:lnTo>
                    <a:pt x="200340" y="27472"/>
                  </a:lnTo>
                  <a:lnTo>
                    <a:pt x="227628" y="58293"/>
                  </a:lnTo>
                  <a:lnTo>
                    <a:pt x="245534" y="97373"/>
                  </a:lnTo>
                  <a:lnTo>
                    <a:pt x="251968" y="142367"/>
                  </a:lnTo>
                  <a:lnTo>
                    <a:pt x="245534" y="187347"/>
                  </a:lnTo>
                  <a:lnTo>
                    <a:pt x="227628" y="226396"/>
                  </a:lnTo>
                  <a:lnTo>
                    <a:pt x="200340" y="257179"/>
                  </a:lnTo>
                  <a:lnTo>
                    <a:pt x="165762" y="277360"/>
                  </a:lnTo>
                  <a:lnTo>
                    <a:pt x="125983" y="284606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0" name="object 87"/>
          <p:cNvSpPr txBox="1"/>
          <p:nvPr/>
        </p:nvSpPr>
        <p:spPr>
          <a:xfrm>
            <a:off x="6406388" y="4575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1" name="object 88"/>
          <p:cNvGrpSpPr/>
          <p:nvPr/>
        </p:nvGrpSpPr>
        <p:grpSpPr>
          <a:xfrm>
            <a:off x="6988047" y="3888740"/>
            <a:ext cx="264795" cy="297815"/>
            <a:chOff x="6988047" y="3888740"/>
            <a:chExt cx="264795" cy="297815"/>
          </a:xfrm>
        </p:grpSpPr>
        <p:sp>
          <p:nvSpPr>
            <p:cNvPr id="92" name="object 89"/>
            <p:cNvSpPr/>
            <p:nvPr/>
          </p:nvSpPr>
          <p:spPr>
            <a:xfrm>
              <a:off x="6994397" y="389509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7"/>
                  </a:lnTo>
                  <a:lnTo>
                    <a:pt x="165811" y="277360"/>
                  </a:lnTo>
                  <a:lnTo>
                    <a:pt x="200395" y="257179"/>
                  </a:lnTo>
                  <a:lnTo>
                    <a:pt x="227665" y="226396"/>
                  </a:lnTo>
                  <a:lnTo>
                    <a:pt x="245546" y="187347"/>
                  </a:lnTo>
                  <a:lnTo>
                    <a:pt x="251968" y="142367"/>
                  </a:lnTo>
                  <a:lnTo>
                    <a:pt x="245546" y="97373"/>
                  </a:lnTo>
                  <a:lnTo>
                    <a:pt x="227665" y="58293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bject 90"/>
            <p:cNvSpPr/>
            <p:nvPr/>
          </p:nvSpPr>
          <p:spPr>
            <a:xfrm>
              <a:off x="6994397" y="389509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3"/>
                  </a:lnTo>
                  <a:lnTo>
                    <a:pt x="245546" y="97373"/>
                  </a:lnTo>
                  <a:lnTo>
                    <a:pt x="251968" y="142367"/>
                  </a:lnTo>
                  <a:lnTo>
                    <a:pt x="245546" y="187347"/>
                  </a:lnTo>
                  <a:lnTo>
                    <a:pt x="227665" y="226396"/>
                  </a:lnTo>
                  <a:lnTo>
                    <a:pt x="200395" y="257179"/>
                  </a:lnTo>
                  <a:lnTo>
                    <a:pt x="165811" y="277360"/>
                  </a:lnTo>
                  <a:lnTo>
                    <a:pt x="125983" y="284607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4" name="object 91"/>
          <p:cNvSpPr txBox="1"/>
          <p:nvPr/>
        </p:nvSpPr>
        <p:spPr>
          <a:xfrm>
            <a:off x="7036689" y="3924045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5" name="object 92"/>
          <p:cNvGrpSpPr/>
          <p:nvPr/>
        </p:nvGrpSpPr>
        <p:grpSpPr>
          <a:xfrm>
            <a:off x="6919594" y="5443982"/>
            <a:ext cx="264795" cy="297815"/>
            <a:chOff x="6919594" y="5443982"/>
            <a:chExt cx="264795" cy="297815"/>
          </a:xfrm>
        </p:grpSpPr>
        <p:sp>
          <p:nvSpPr>
            <p:cNvPr id="96" name="object 93"/>
            <p:cNvSpPr/>
            <p:nvPr/>
          </p:nvSpPr>
          <p:spPr>
            <a:xfrm>
              <a:off x="6925944" y="545033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8"/>
                  </a:lnTo>
                  <a:lnTo>
                    <a:pt x="51572" y="27467"/>
                  </a:lnTo>
                  <a:lnTo>
                    <a:pt x="24302" y="58276"/>
                  </a:lnTo>
                  <a:lnTo>
                    <a:pt x="6421" y="97334"/>
                  </a:lnTo>
                  <a:lnTo>
                    <a:pt x="0" y="142290"/>
                  </a:lnTo>
                  <a:lnTo>
                    <a:pt x="6421" y="187280"/>
                  </a:lnTo>
                  <a:lnTo>
                    <a:pt x="24302" y="226351"/>
                  </a:lnTo>
                  <a:lnTo>
                    <a:pt x="51572" y="257160"/>
                  </a:lnTo>
                  <a:lnTo>
                    <a:pt x="86156" y="277364"/>
                  </a:lnTo>
                  <a:lnTo>
                    <a:pt x="125983" y="284619"/>
                  </a:lnTo>
                  <a:lnTo>
                    <a:pt x="165811" y="277364"/>
                  </a:lnTo>
                  <a:lnTo>
                    <a:pt x="200395" y="257160"/>
                  </a:lnTo>
                  <a:lnTo>
                    <a:pt x="227665" y="226351"/>
                  </a:lnTo>
                  <a:lnTo>
                    <a:pt x="245546" y="187280"/>
                  </a:lnTo>
                  <a:lnTo>
                    <a:pt x="251968" y="142290"/>
                  </a:lnTo>
                  <a:lnTo>
                    <a:pt x="245546" y="97334"/>
                  </a:lnTo>
                  <a:lnTo>
                    <a:pt x="227665" y="58276"/>
                  </a:lnTo>
                  <a:lnTo>
                    <a:pt x="200395" y="27467"/>
                  </a:lnTo>
                  <a:lnTo>
                    <a:pt x="165811" y="725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object 94"/>
            <p:cNvSpPr/>
            <p:nvPr/>
          </p:nvSpPr>
          <p:spPr>
            <a:xfrm>
              <a:off x="6925944" y="545033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90"/>
                  </a:moveTo>
                  <a:lnTo>
                    <a:pt x="6421" y="97334"/>
                  </a:lnTo>
                  <a:lnTo>
                    <a:pt x="24302" y="58276"/>
                  </a:lnTo>
                  <a:lnTo>
                    <a:pt x="51572" y="27467"/>
                  </a:lnTo>
                  <a:lnTo>
                    <a:pt x="86156" y="7258"/>
                  </a:lnTo>
                  <a:lnTo>
                    <a:pt x="125983" y="0"/>
                  </a:lnTo>
                  <a:lnTo>
                    <a:pt x="165811" y="7258"/>
                  </a:lnTo>
                  <a:lnTo>
                    <a:pt x="200395" y="27467"/>
                  </a:lnTo>
                  <a:lnTo>
                    <a:pt x="227665" y="58276"/>
                  </a:lnTo>
                  <a:lnTo>
                    <a:pt x="245546" y="97334"/>
                  </a:lnTo>
                  <a:lnTo>
                    <a:pt x="251968" y="142290"/>
                  </a:lnTo>
                  <a:lnTo>
                    <a:pt x="245546" y="187280"/>
                  </a:lnTo>
                  <a:lnTo>
                    <a:pt x="227665" y="226351"/>
                  </a:lnTo>
                  <a:lnTo>
                    <a:pt x="200395" y="257160"/>
                  </a:lnTo>
                  <a:lnTo>
                    <a:pt x="165811" y="277364"/>
                  </a:lnTo>
                  <a:lnTo>
                    <a:pt x="125983" y="284619"/>
                  </a:lnTo>
                  <a:lnTo>
                    <a:pt x="86156" y="277364"/>
                  </a:lnTo>
                  <a:lnTo>
                    <a:pt x="51572" y="257160"/>
                  </a:lnTo>
                  <a:lnTo>
                    <a:pt x="24302" y="226351"/>
                  </a:lnTo>
                  <a:lnTo>
                    <a:pt x="6421" y="187280"/>
                  </a:lnTo>
                  <a:lnTo>
                    <a:pt x="0" y="14229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8" name="object 95"/>
          <p:cNvSpPr txBox="1"/>
          <p:nvPr/>
        </p:nvSpPr>
        <p:spPr>
          <a:xfrm>
            <a:off x="6968490" y="5479491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9" name="object 96"/>
          <p:cNvGrpSpPr/>
          <p:nvPr/>
        </p:nvGrpSpPr>
        <p:grpSpPr>
          <a:xfrm>
            <a:off x="6975856" y="4663440"/>
            <a:ext cx="264795" cy="297815"/>
            <a:chOff x="6975856" y="4663440"/>
            <a:chExt cx="264795" cy="297815"/>
          </a:xfrm>
        </p:grpSpPr>
        <p:sp>
          <p:nvSpPr>
            <p:cNvPr id="100" name="object 97"/>
            <p:cNvSpPr/>
            <p:nvPr/>
          </p:nvSpPr>
          <p:spPr>
            <a:xfrm>
              <a:off x="6982206" y="466979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7" y="0"/>
                  </a:moveTo>
                  <a:lnTo>
                    <a:pt x="86091" y="7259"/>
                  </a:lnTo>
                  <a:lnTo>
                    <a:pt x="51544" y="27472"/>
                  </a:lnTo>
                  <a:lnTo>
                    <a:pt x="24294" y="58293"/>
                  </a:lnTo>
                  <a:lnTo>
                    <a:pt x="6420" y="97373"/>
                  </a:lnTo>
                  <a:lnTo>
                    <a:pt x="0" y="142367"/>
                  </a:lnTo>
                  <a:lnTo>
                    <a:pt x="6420" y="187360"/>
                  </a:lnTo>
                  <a:lnTo>
                    <a:pt x="24294" y="226441"/>
                  </a:lnTo>
                  <a:lnTo>
                    <a:pt x="51544" y="257261"/>
                  </a:lnTo>
                  <a:lnTo>
                    <a:pt x="86091" y="277474"/>
                  </a:lnTo>
                  <a:lnTo>
                    <a:pt x="125857" y="284734"/>
                  </a:lnTo>
                  <a:lnTo>
                    <a:pt x="165684" y="277474"/>
                  </a:lnTo>
                  <a:lnTo>
                    <a:pt x="200268" y="257261"/>
                  </a:lnTo>
                  <a:lnTo>
                    <a:pt x="227538" y="226441"/>
                  </a:lnTo>
                  <a:lnTo>
                    <a:pt x="245419" y="187360"/>
                  </a:lnTo>
                  <a:lnTo>
                    <a:pt x="251841" y="142367"/>
                  </a:lnTo>
                  <a:lnTo>
                    <a:pt x="245419" y="97373"/>
                  </a:lnTo>
                  <a:lnTo>
                    <a:pt x="227538" y="58293"/>
                  </a:lnTo>
                  <a:lnTo>
                    <a:pt x="200268" y="27472"/>
                  </a:lnTo>
                  <a:lnTo>
                    <a:pt x="165684" y="7259"/>
                  </a:lnTo>
                  <a:lnTo>
                    <a:pt x="12585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object 98"/>
            <p:cNvSpPr/>
            <p:nvPr/>
          </p:nvSpPr>
          <p:spPr>
            <a:xfrm>
              <a:off x="6982206" y="466979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0" y="97373"/>
                  </a:lnTo>
                  <a:lnTo>
                    <a:pt x="24294" y="58293"/>
                  </a:lnTo>
                  <a:lnTo>
                    <a:pt x="51544" y="27472"/>
                  </a:lnTo>
                  <a:lnTo>
                    <a:pt x="86091" y="7259"/>
                  </a:lnTo>
                  <a:lnTo>
                    <a:pt x="125857" y="0"/>
                  </a:lnTo>
                  <a:lnTo>
                    <a:pt x="165684" y="7259"/>
                  </a:lnTo>
                  <a:lnTo>
                    <a:pt x="200268" y="27472"/>
                  </a:lnTo>
                  <a:lnTo>
                    <a:pt x="227538" y="58293"/>
                  </a:lnTo>
                  <a:lnTo>
                    <a:pt x="245419" y="97373"/>
                  </a:lnTo>
                  <a:lnTo>
                    <a:pt x="251841" y="142367"/>
                  </a:lnTo>
                  <a:lnTo>
                    <a:pt x="245419" y="187360"/>
                  </a:lnTo>
                  <a:lnTo>
                    <a:pt x="227538" y="226441"/>
                  </a:lnTo>
                  <a:lnTo>
                    <a:pt x="200268" y="257261"/>
                  </a:lnTo>
                  <a:lnTo>
                    <a:pt x="165684" y="277474"/>
                  </a:lnTo>
                  <a:lnTo>
                    <a:pt x="125857" y="284734"/>
                  </a:lnTo>
                  <a:lnTo>
                    <a:pt x="86091" y="277474"/>
                  </a:lnTo>
                  <a:lnTo>
                    <a:pt x="51544" y="257261"/>
                  </a:lnTo>
                  <a:lnTo>
                    <a:pt x="24294" y="226441"/>
                  </a:lnTo>
                  <a:lnTo>
                    <a:pt x="6420" y="187360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2" name="object 99"/>
          <p:cNvSpPr txBox="1"/>
          <p:nvPr/>
        </p:nvSpPr>
        <p:spPr>
          <a:xfrm>
            <a:off x="7024496" y="46988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3" name="object 100"/>
          <p:cNvGrpSpPr/>
          <p:nvPr/>
        </p:nvGrpSpPr>
        <p:grpSpPr>
          <a:xfrm>
            <a:off x="582434" y="3107563"/>
            <a:ext cx="264795" cy="297815"/>
            <a:chOff x="582434" y="3107563"/>
            <a:chExt cx="264795" cy="297815"/>
          </a:xfrm>
        </p:grpSpPr>
        <p:sp>
          <p:nvSpPr>
            <p:cNvPr id="104" name="object 101"/>
            <p:cNvSpPr/>
            <p:nvPr/>
          </p:nvSpPr>
          <p:spPr>
            <a:xfrm>
              <a:off x="588784" y="311391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58" y="0"/>
                  </a:moveTo>
                  <a:lnTo>
                    <a:pt x="86143" y="7259"/>
                  </a:lnTo>
                  <a:lnTo>
                    <a:pt x="51566" y="27472"/>
                  </a:lnTo>
                  <a:lnTo>
                    <a:pt x="24301" y="58292"/>
                  </a:lnTo>
                  <a:lnTo>
                    <a:pt x="6420" y="97373"/>
                  </a:lnTo>
                  <a:lnTo>
                    <a:pt x="0" y="142366"/>
                  </a:lnTo>
                  <a:lnTo>
                    <a:pt x="6420" y="187360"/>
                  </a:lnTo>
                  <a:lnTo>
                    <a:pt x="24301" y="226440"/>
                  </a:lnTo>
                  <a:lnTo>
                    <a:pt x="51566" y="257261"/>
                  </a:lnTo>
                  <a:lnTo>
                    <a:pt x="86143" y="277474"/>
                  </a:lnTo>
                  <a:lnTo>
                    <a:pt x="125958" y="284734"/>
                  </a:lnTo>
                  <a:lnTo>
                    <a:pt x="165773" y="277474"/>
                  </a:lnTo>
                  <a:lnTo>
                    <a:pt x="200350" y="257261"/>
                  </a:lnTo>
                  <a:lnTo>
                    <a:pt x="227616" y="226440"/>
                  </a:lnTo>
                  <a:lnTo>
                    <a:pt x="245496" y="187360"/>
                  </a:lnTo>
                  <a:lnTo>
                    <a:pt x="251917" y="142366"/>
                  </a:lnTo>
                  <a:lnTo>
                    <a:pt x="245496" y="97373"/>
                  </a:lnTo>
                  <a:lnTo>
                    <a:pt x="227616" y="58292"/>
                  </a:lnTo>
                  <a:lnTo>
                    <a:pt x="200350" y="27472"/>
                  </a:lnTo>
                  <a:lnTo>
                    <a:pt x="165773" y="7259"/>
                  </a:lnTo>
                  <a:lnTo>
                    <a:pt x="12595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object 102"/>
            <p:cNvSpPr/>
            <p:nvPr/>
          </p:nvSpPr>
          <p:spPr>
            <a:xfrm>
              <a:off x="588784" y="311391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366"/>
                  </a:moveTo>
                  <a:lnTo>
                    <a:pt x="6420" y="97373"/>
                  </a:lnTo>
                  <a:lnTo>
                    <a:pt x="24301" y="58292"/>
                  </a:lnTo>
                  <a:lnTo>
                    <a:pt x="51566" y="27472"/>
                  </a:lnTo>
                  <a:lnTo>
                    <a:pt x="86143" y="7259"/>
                  </a:lnTo>
                  <a:lnTo>
                    <a:pt x="125958" y="0"/>
                  </a:lnTo>
                  <a:lnTo>
                    <a:pt x="165773" y="7259"/>
                  </a:lnTo>
                  <a:lnTo>
                    <a:pt x="200350" y="27472"/>
                  </a:lnTo>
                  <a:lnTo>
                    <a:pt x="227616" y="58292"/>
                  </a:lnTo>
                  <a:lnTo>
                    <a:pt x="245496" y="97373"/>
                  </a:lnTo>
                  <a:lnTo>
                    <a:pt x="251917" y="142366"/>
                  </a:lnTo>
                  <a:lnTo>
                    <a:pt x="245496" y="187360"/>
                  </a:lnTo>
                  <a:lnTo>
                    <a:pt x="227616" y="226440"/>
                  </a:lnTo>
                  <a:lnTo>
                    <a:pt x="200350" y="257261"/>
                  </a:lnTo>
                  <a:lnTo>
                    <a:pt x="165773" y="277474"/>
                  </a:lnTo>
                  <a:lnTo>
                    <a:pt x="125958" y="284734"/>
                  </a:lnTo>
                  <a:lnTo>
                    <a:pt x="86143" y="277474"/>
                  </a:lnTo>
                  <a:lnTo>
                    <a:pt x="51566" y="257261"/>
                  </a:lnTo>
                  <a:lnTo>
                    <a:pt x="24301" y="226440"/>
                  </a:lnTo>
                  <a:lnTo>
                    <a:pt x="6420" y="187360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6" name="object 103"/>
          <p:cNvSpPr txBox="1"/>
          <p:nvPr/>
        </p:nvSpPr>
        <p:spPr>
          <a:xfrm>
            <a:off x="630427" y="3142615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7" name="object 104"/>
          <p:cNvGrpSpPr/>
          <p:nvPr/>
        </p:nvGrpSpPr>
        <p:grpSpPr>
          <a:xfrm>
            <a:off x="7835138" y="1194688"/>
            <a:ext cx="265430" cy="317500"/>
            <a:chOff x="7835138" y="1194688"/>
            <a:chExt cx="265430" cy="317500"/>
          </a:xfrm>
        </p:grpSpPr>
        <p:sp>
          <p:nvSpPr>
            <p:cNvPr id="108" name="object 105"/>
            <p:cNvSpPr/>
            <p:nvPr/>
          </p:nvSpPr>
          <p:spPr>
            <a:xfrm>
              <a:off x="7841488" y="120103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object 106"/>
            <p:cNvSpPr/>
            <p:nvPr/>
          </p:nvSpPr>
          <p:spPr>
            <a:xfrm>
              <a:off x="7841488" y="120103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0" name="object 107"/>
          <p:cNvSpPr txBox="1"/>
          <p:nvPr/>
        </p:nvSpPr>
        <p:spPr>
          <a:xfrm>
            <a:off x="7898130" y="118846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1" name="object 108"/>
          <p:cNvGrpSpPr/>
          <p:nvPr/>
        </p:nvGrpSpPr>
        <p:grpSpPr>
          <a:xfrm>
            <a:off x="7816088" y="1653285"/>
            <a:ext cx="265430" cy="317500"/>
            <a:chOff x="7816088" y="1653285"/>
            <a:chExt cx="265430" cy="317500"/>
          </a:xfrm>
        </p:grpSpPr>
        <p:sp>
          <p:nvSpPr>
            <p:cNvPr id="112" name="object 109"/>
            <p:cNvSpPr/>
            <p:nvPr/>
          </p:nvSpPr>
          <p:spPr>
            <a:xfrm>
              <a:off x="7822438" y="16596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78"/>
                  </a:lnTo>
                  <a:lnTo>
                    <a:pt x="51681" y="29431"/>
                  </a:lnTo>
                  <a:lnTo>
                    <a:pt x="24355" y="62435"/>
                  </a:lnTo>
                  <a:lnTo>
                    <a:pt x="6435" y="104265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65"/>
                  </a:lnTo>
                  <a:lnTo>
                    <a:pt x="228120" y="62435"/>
                  </a:lnTo>
                  <a:lnTo>
                    <a:pt x="200794" y="29431"/>
                  </a:lnTo>
                  <a:lnTo>
                    <a:pt x="166140" y="7778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bject 110"/>
            <p:cNvSpPr/>
            <p:nvPr/>
          </p:nvSpPr>
          <p:spPr>
            <a:xfrm>
              <a:off x="7822438" y="16596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65"/>
                  </a:lnTo>
                  <a:lnTo>
                    <a:pt x="24355" y="62435"/>
                  </a:lnTo>
                  <a:lnTo>
                    <a:pt x="51681" y="29431"/>
                  </a:lnTo>
                  <a:lnTo>
                    <a:pt x="86335" y="7778"/>
                  </a:lnTo>
                  <a:lnTo>
                    <a:pt x="126237" y="0"/>
                  </a:lnTo>
                  <a:lnTo>
                    <a:pt x="166140" y="7778"/>
                  </a:lnTo>
                  <a:lnTo>
                    <a:pt x="200794" y="29431"/>
                  </a:lnTo>
                  <a:lnTo>
                    <a:pt x="228120" y="62435"/>
                  </a:lnTo>
                  <a:lnTo>
                    <a:pt x="246040" y="104265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4" name="object 111"/>
          <p:cNvSpPr txBox="1"/>
          <p:nvPr/>
        </p:nvSpPr>
        <p:spPr>
          <a:xfrm>
            <a:off x="7879206" y="164719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5" name="object 112"/>
          <p:cNvGrpSpPr/>
          <p:nvPr/>
        </p:nvGrpSpPr>
        <p:grpSpPr>
          <a:xfrm>
            <a:off x="7830819" y="2112010"/>
            <a:ext cx="265430" cy="317500"/>
            <a:chOff x="7830819" y="2112010"/>
            <a:chExt cx="265430" cy="317500"/>
          </a:xfrm>
        </p:grpSpPr>
        <p:sp>
          <p:nvSpPr>
            <p:cNvPr id="116" name="object 113"/>
            <p:cNvSpPr/>
            <p:nvPr/>
          </p:nvSpPr>
          <p:spPr>
            <a:xfrm>
              <a:off x="7837169" y="211836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078" y="297033"/>
                  </a:lnTo>
                  <a:lnTo>
                    <a:pt x="200694" y="275405"/>
                  </a:lnTo>
                  <a:lnTo>
                    <a:pt x="228001" y="242419"/>
                  </a:lnTo>
                  <a:lnTo>
                    <a:pt x="245914" y="200582"/>
                  </a:lnTo>
                  <a:lnTo>
                    <a:pt x="252349" y="152400"/>
                  </a:lnTo>
                  <a:lnTo>
                    <a:pt x="245914" y="104217"/>
                  </a:lnTo>
                  <a:lnTo>
                    <a:pt x="228001" y="62380"/>
                  </a:lnTo>
                  <a:lnTo>
                    <a:pt x="200694" y="29394"/>
                  </a:lnTo>
                  <a:lnTo>
                    <a:pt x="166078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" name="object 114"/>
            <p:cNvSpPr/>
            <p:nvPr/>
          </p:nvSpPr>
          <p:spPr>
            <a:xfrm>
              <a:off x="7837169" y="211836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078" y="7766"/>
                  </a:lnTo>
                  <a:lnTo>
                    <a:pt x="200694" y="29394"/>
                  </a:lnTo>
                  <a:lnTo>
                    <a:pt x="228001" y="62380"/>
                  </a:lnTo>
                  <a:lnTo>
                    <a:pt x="245914" y="104217"/>
                  </a:lnTo>
                  <a:lnTo>
                    <a:pt x="252349" y="152400"/>
                  </a:lnTo>
                  <a:lnTo>
                    <a:pt x="245914" y="200582"/>
                  </a:lnTo>
                  <a:lnTo>
                    <a:pt x="228001" y="242419"/>
                  </a:lnTo>
                  <a:lnTo>
                    <a:pt x="200694" y="275405"/>
                  </a:lnTo>
                  <a:lnTo>
                    <a:pt x="166078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8" name="object 115"/>
          <p:cNvSpPr txBox="1"/>
          <p:nvPr/>
        </p:nvSpPr>
        <p:spPr>
          <a:xfrm>
            <a:off x="7893811" y="210560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9" name="object 116"/>
          <p:cNvGrpSpPr/>
          <p:nvPr/>
        </p:nvGrpSpPr>
        <p:grpSpPr>
          <a:xfrm>
            <a:off x="7830819" y="2570607"/>
            <a:ext cx="265430" cy="317500"/>
            <a:chOff x="7830819" y="2570607"/>
            <a:chExt cx="265430" cy="317500"/>
          </a:xfrm>
        </p:grpSpPr>
        <p:sp>
          <p:nvSpPr>
            <p:cNvPr id="120" name="object 117"/>
            <p:cNvSpPr/>
            <p:nvPr/>
          </p:nvSpPr>
          <p:spPr>
            <a:xfrm>
              <a:off x="7837169" y="2576957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78"/>
                  </a:lnTo>
                  <a:lnTo>
                    <a:pt x="51681" y="29431"/>
                  </a:lnTo>
                  <a:lnTo>
                    <a:pt x="24355" y="62435"/>
                  </a:lnTo>
                  <a:lnTo>
                    <a:pt x="6435" y="104265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078" y="297033"/>
                  </a:lnTo>
                  <a:lnTo>
                    <a:pt x="200694" y="275405"/>
                  </a:lnTo>
                  <a:lnTo>
                    <a:pt x="228001" y="242419"/>
                  </a:lnTo>
                  <a:lnTo>
                    <a:pt x="245914" y="200582"/>
                  </a:lnTo>
                  <a:lnTo>
                    <a:pt x="252349" y="152400"/>
                  </a:lnTo>
                  <a:lnTo>
                    <a:pt x="245914" y="104265"/>
                  </a:lnTo>
                  <a:lnTo>
                    <a:pt x="228001" y="62435"/>
                  </a:lnTo>
                  <a:lnTo>
                    <a:pt x="200694" y="29431"/>
                  </a:lnTo>
                  <a:lnTo>
                    <a:pt x="166078" y="7778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object 118"/>
            <p:cNvSpPr/>
            <p:nvPr/>
          </p:nvSpPr>
          <p:spPr>
            <a:xfrm>
              <a:off x="7837169" y="2576957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65"/>
                  </a:lnTo>
                  <a:lnTo>
                    <a:pt x="24355" y="62435"/>
                  </a:lnTo>
                  <a:lnTo>
                    <a:pt x="51681" y="29431"/>
                  </a:lnTo>
                  <a:lnTo>
                    <a:pt x="86335" y="7778"/>
                  </a:lnTo>
                  <a:lnTo>
                    <a:pt x="126237" y="0"/>
                  </a:lnTo>
                  <a:lnTo>
                    <a:pt x="166078" y="7778"/>
                  </a:lnTo>
                  <a:lnTo>
                    <a:pt x="200694" y="29431"/>
                  </a:lnTo>
                  <a:lnTo>
                    <a:pt x="228001" y="62435"/>
                  </a:lnTo>
                  <a:lnTo>
                    <a:pt x="245914" y="104265"/>
                  </a:lnTo>
                  <a:lnTo>
                    <a:pt x="252349" y="152400"/>
                  </a:lnTo>
                  <a:lnTo>
                    <a:pt x="245914" y="200582"/>
                  </a:lnTo>
                  <a:lnTo>
                    <a:pt x="228001" y="242419"/>
                  </a:lnTo>
                  <a:lnTo>
                    <a:pt x="200694" y="275405"/>
                  </a:lnTo>
                  <a:lnTo>
                    <a:pt x="166078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2" name="object 119"/>
          <p:cNvSpPr txBox="1"/>
          <p:nvPr/>
        </p:nvSpPr>
        <p:spPr>
          <a:xfrm>
            <a:off x="7893811" y="25650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3" name="object 120"/>
          <p:cNvGrpSpPr/>
          <p:nvPr/>
        </p:nvGrpSpPr>
        <p:grpSpPr>
          <a:xfrm>
            <a:off x="7844790" y="3029330"/>
            <a:ext cx="265430" cy="317500"/>
            <a:chOff x="7844790" y="3029330"/>
            <a:chExt cx="265430" cy="317500"/>
          </a:xfrm>
        </p:grpSpPr>
        <p:sp>
          <p:nvSpPr>
            <p:cNvPr id="124" name="object 121"/>
            <p:cNvSpPr/>
            <p:nvPr/>
          </p:nvSpPr>
          <p:spPr>
            <a:xfrm>
              <a:off x="7851140" y="303568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object 122"/>
            <p:cNvSpPr/>
            <p:nvPr/>
          </p:nvSpPr>
          <p:spPr>
            <a:xfrm>
              <a:off x="7851140" y="303568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6" name="object 123"/>
          <p:cNvSpPr txBox="1"/>
          <p:nvPr/>
        </p:nvSpPr>
        <p:spPr>
          <a:xfrm>
            <a:off x="7907781" y="302374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7" name="object 124"/>
          <p:cNvGrpSpPr/>
          <p:nvPr/>
        </p:nvGrpSpPr>
        <p:grpSpPr>
          <a:xfrm>
            <a:off x="7877556" y="3487928"/>
            <a:ext cx="265430" cy="317500"/>
            <a:chOff x="7877556" y="3487928"/>
            <a:chExt cx="265430" cy="317500"/>
          </a:xfrm>
        </p:grpSpPr>
        <p:sp>
          <p:nvSpPr>
            <p:cNvPr id="128" name="object 125"/>
            <p:cNvSpPr/>
            <p:nvPr/>
          </p:nvSpPr>
          <p:spPr>
            <a:xfrm>
              <a:off x="7883906" y="349427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35" y="7778"/>
                  </a:lnTo>
                  <a:lnTo>
                    <a:pt x="51681" y="29431"/>
                  </a:lnTo>
                  <a:lnTo>
                    <a:pt x="24355" y="62435"/>
                  </a:lnTo>
                  <a:lnTo>
                    <a:pt x="6435" y="104265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8" y="304800"/>
                  </a:lnTo>
                  <a:lnTo>
                    <a:pt x="166078" y="297033"/>
                  </a:lnTo>
                  <a:lnTo>
                    <a:pt x="200694" y="275405"/>
                  </a:lnTo>
                  <a:lnTo>
                    <a:pt x="228001" y="242419"/>
                  </a:lnTo>
                  <a:lnTo>
                    <a:pt x="245914" y="200582"/>
                  </a:lnTo>
                  <a:lnTo>
                    <a:pt x="252349" y="152400"/>
                  </a:lnTo>
                  <a:lnTo>
                    <a:pt x="245914" y="104265"/>
                  </a:lnTo>
                  <a:lnTo>
                    <a:pt x="228001" y="62435"/>
                  </a:lnTo>
                  <a:lnTo>
                    <a:pt x="200694" y="29431"/>
                  </a:lnTo>
                  <a:lnTo>
                    <a:pt x="166078" y="7778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object 126"/>
            <p:cNvSpPr/>
            <p:nvPr/>
          </p:nvSpPr>
          <p:spPr>
            <a:xfrm>
              <a:off x="7883906" y="349427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65"/>
                  </a:lnTo>
                  <a:lnTo>
                    <a:pt x="24355" y="62435"/>
                  </a:lnTo>
                  <a:lnTo>
                    <a:pt x="51681" y="29431"/>
                  </a:lnTo>
                  <a:lnTo>
                    <a:pt x="86335" y="7778"/>
                  </a:lnTo>
                  <a:lnTo>
                    <a:pt x="126238" y="0"/>
                  </a:lnTo>
                  <a:lnTo>
                    <a:pt x="166078" y="7778"/>
                  </a:lnTo>
                  <a:lnTo>
                    <a:pt x="200694" y="29431"/>
                  </a:lnTo>
                  <a:lnTo>
                    <a:pt x="228001" y="62435"/>
                  </a:lnTo>
                  <a:lnTo>
                    <a:pt x="245914" y="104265"/>
                  </a:lnTo>
                  <a:lnTo>
                    <a:pt x="252349" y="152400"/>
                  </a:lnTo>
                  <a:lnTo>
                    <a:pt x="245914" y="200582"/>
                  </a:lnTo>
                  <a:lnTo>
                    <a:pt x="228001" y="242419"/>
                  </a:lnTo>
                  <a:lnTo>
                    <a:pt x="200694" y="275405"/>
                  </a:lnTo>
                  <a:lnTo>
                    <a:pt x="166078" y="297033"/>
                  </a:lnTo>
                  <a:lnTo>
                    <a:pt x="126238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0" name="object 127"/>
          <p:cNvSpPr txBox="1"/>
          <p:nvPr/>
        </p:nvSpPr>
        <p:spPr>
          <a:xfrm>
            <a:off x="7940420" y="348246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1" name="object 128"/>
          <p:cNvGrpSpPr/>
          <p:nvPr/>
        </p:nvGrpSpPr>
        <p:grpSpPr>
          <a:xfrm>
            <a:off x="7862696" y="3940428"/>
            <a:ext cx="265430" cy="317500"/>
            <a:chOff x="7862696" y="3940428"/>
            <a:chExt cx="265430" cy="317500"/>
          </a:xfrm>
        </p:grpSpPr>
        <p:sp>
          <p:nvSpPr>
            <p:cNvPr id="132" name="object 129"/>
            <p:cNvSpPr/>
            <p:nvPr/>
          </p:nvSpPr>
          <p:spPr>
            <a:xfrm>
              <a:off x="7869046" y="394677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3" name="object 130"/>
            <p:cNvSpPr/>
            <p:nvPr/>
          </p:nvSpPr>
          <p:spPr>
            <a:xfrm>
              <a:off x="7869046" y="394677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4" name="object 131"/>
          <p:cNvSpPr txBox="1"/>
          <p:nvPr/>
        </p:nvSpPr>
        <p:spPr>
          <a:xfrm>
            <a:off x="7925816" y="393440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5" name="object 132"/>
          <p:cNvGrpSpPr/>
          <p:nvPr/>
        </p:nvGrpSpPr>
        <p:grpSpPr>
          <a:xfrm>
            <a:off x="7896097" y="4396485"/>
            <a:ext cx="265430" cy="317500"/>
            <a:chOff x="7896097" y="4396485"/>
            <a:chExt cx="265430" cy="317500"/>
          </a:xfrm>
        </p:grpSpPr>
        <p:sp>
          <p:nvSpPr>
            <p:cNvPr id="136" name="object 133"/>
            <p:cNvSpPr/>
            <p:nvPr/>
          </p:nvSpPr>
          <p:spPr>
            <a:xfrm>
              <a:off x="7902447" y="44028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110" y="0"/>
                  </a:moveTo>
                  <a:lnTo>
                    <a:pt x="86221" y="7766"/>
                  </a:lnTo>
                  <a:lnTo>
                    <a:pt x="51599" y="29394"/>
                  </a:lnTo>
                  <a:lnTo>
                    <a:pt x="24310" y="62380"/>
                  </a:lnTo>
                  <a:lnTo>
                    <a:pt x="6422" y="104217"/>
                  </a:lnTo>
                  <a:lnTo>
                    <a:pt x="0" y="152400"/>
                  </a:lnTo>
                  <a:lnTo>
                    <a:pt x="6422" y="200582"/>
                  </a:lnTo>
                  <a:lnTo>
                    <a:pt x="24310" y="242419"/>
                  </a:lnTo>
                  <a:lnTo>
                    <a:pt x="51599" y="275405"/>
                  </a:lnTo>
                  <a:lnTo>
                    <a:pt x="86221" y="297033"/>
                  </a:lnTo>
                  <a:lnTo>
                    <a:pt x="126110" y="304800"/>
                  </a:lnTo>
                  <a:lnTo>
                    <a:pt x="166013" y="297033"/>
                  </a:lnTo>
                  <a:lnTo>
                    <a:pt x="200667" y="275405"/>
                  </a:lnTo>
                  <a:lnTo>
                    <a:pt x="227993" y="242419"/>
                  </a:lnTo>
                  <a:lnTo>
                    <a:pt x="245913" y="200582"/>
                  </a:lnTo>
                  <a:lnTo>
                    <a:pt x="252349" y="152400"/>
                  </a:lnTo>
                  <a:lnTo>
                    <a:pt x="245913" y="104217"/>
                  </a:lnTo>
                  <a:lnTo>
                    <a:pt x="227993" y="62380"/>
                  </a:lnTo>
                  <a:lnTo>
                    <a:pt x="200667" y="29394"/>
                  </a:lnTo>
                  <a:lnTo>
                    <a:pt x="166013" y="7766"/>
                  </a:lnTo>
                  <a:lnTo>
                    <a:pt x="12611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object 134"/>
            <p:cNvSpPr/>
            <p:nvPr/>
          </p:nvSpPr>
          <p:spPr>
            <a:xfrm>
              <a:off x="7902447" y="4402835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22" y="104217"/>
                  </a:lnTo>
                  <a:lnTo>
                    <a:pt x="24310" y="62380"/>
                  </a:lnTo>
                  <a:lnTo>
                    <a:pt x="51599" y="29394"/>
                  </a:lnTo>
                  <a:lnTo>
                    <a:pt x="86221" y="7766"/>
                  </a:lnTo>
                  <a:lnTo>
                    <a:pt x="126110" y="0"/>
                  </a:lnTo>
                  <a:lnTo>
                    <a:pt x="166013" y="7766"/>
                  </a:lnTo>
                  <a:lnTo>
                    <a:pt x="200667" y="29394"/>
                  </a:lnTo>
                  <a:lnTo>
                    <a:pt x="227993" y="62380"/>
                  </a:lnTo>
                  <a:lnTo>
                    <a:pt x="245913" y="104217"/>
                  </a:lnTo>
                  <a:lnTo>
                    <a:pt x="252349" y="152400"/>
                  </a:lnTo>
                  <a:lnTo>
                    <a:pt x="245913" y="200582"/>
                  </a:lnTo>
                  <a:lnTo>
                    <a:pt x="227993" y="242419"/>
                  </a:lnTo>
                  <a:lnTo>
                    <a:pt x="200667" y="275405"/>
                  </a:lnTo>
                  <a:lnTo>
                    <a:pt x="166013" y="297033"/>
                  </a:lnTo>
                  <a:lnTo>
                    <a:pt x="126110" y="304800"/>
                  </a:lnTo>
                  <a:lnTo>
                    <a:pt x="86221" y="297033"/>
                  </a:lnTo>
                  <a:lnTo>
                    <a:pt x="51599" y="275405"/>
                  </a:lnTo>
                  <a:lnTo>
                    <a:pt x="24310" y="242419"/>
                  </a:lnTo>
                  <a:lnTo>
                    <a:pt x="6422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8" name="object 135"/>
          <p:cNvSpPr txBox="1"/>
          <p:nvPr/>
        </p:nvSpPr>
        <p:spPr>
          <a:xfrm>
            <a:off x="7959090" y="439102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9" name="object 136"/>
          <p:cNvGrpSpPr/>
          <p:nvPr/>
        </p:nvGrpSpPr>
        <p:grpSpPr>
          <a:xfrm>
            <a:off x="7895335" y="4855717"/>
            <a:ext cx="265430" cy="317500"/>
            <a:chOff x="7895335" y="4855717"/>
            <a:chExt cx="265430" cy="317500"/>
          </a:xfrm>
        </p:grpSpPr>
        <p:sp>
          <p:nvSpPr>
            <p:cNvPr id="140" name="object 137"/>
            <p:cNvSpPr/>
            <p:nvPr/>
          </p:nvSpPr>
          <p:spPr>
            <a:xfrm>
              <a:off x="7901685" y="4862067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111" y="0"/>
                  </a:moveTo>
                  <a:lnTo>
                    <a:pt x="86221" y="7778"/>
                  </a:lnTo>
                  <a:lnTo>
                    <a:pt x="51599" y="29431"/>
                  </a:lnTo>
                  <a:lnTo>
                    <a:pt x="24310" y="62435"/>
                  </a:lnTo>
                  <a:lnTo>
                    <a:pt x="6422" y="104265"/>
                  </a:lnTo>
                  <a:lnTo>
                    <a:pt x="0" y="152399"/>
                  </a:lnTo>
                  <a:lnTo>
                    <a:pt x="6422" y="200582"/>
                  </a:lnTo>
                  <a:lnTo>
                    <a:pt x="24310" y="242419"/>
                  </a:lnTo>
                  <a:lnTo>
                    <a:pt x="51599" y="275405"/>
                  </a:lnTo>
                  <a:lnTo>
                    <a:pt x="86221" y="297033"/>
                  </a:lnTo>
                  <a:lnTo>
                    <a:pt x="126111" y="304799"/>
                  </a:lnTo>
                  <a:lnTo>
                    <a:pt x="166013" y="297033"/>
                  </a:lnTo>
                  <a:lnTo>
                    <a:pt x="200667" y="275405"/>
                  </a:lnTo>
                  <a:lnTo>
                    <a:pt x="227993" y="242419"/>
                  </a:lnTo>
                  <a:lnTo>
                    <a:pt x="245913" y="200582"/>
                  </a:lnTo>
                  <a:lnTo>
                    <a:pt x="252349" y="152399"/>
                  </a:lnTo>
                  <a:lnTo>
                    <a:pt x="245913" y="104265"/>
                  </a:lnTo>
                  <a:lnTo>
                    <a:pt x="227993" y="62435"/>
                  </a:lnTo>
                  <a:lnTo>
                    <a:pt x="200667" y="29431"/>
                  </a:lnTo>
                  <a:lnTo>
                    <a:pt x="166013" y="7778"/>
                  </a:lnTo>
                  <a:lnTo>
                    <a:pt x="12611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object 138"/>
            <p:cNvSpPr/>
            <p:nvPr/>
          </p:nvSpPr>
          <p:spPr>
            <a:xfrm>
              <a:off x="7901685" y="4862067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399"/>
                  </a:moveTo>
                  <a:lnTo>
                    <a:pt x="6422" y="104265"/>
                  </a:lnTo>
                  <a:lnTo>
                    <a:pt x="24310" y="62435"/>
                  </a:lnTo>
                  <a:lnTo>
                    <a:pt x="51599" y="29431"/>
                  </a:lnTo>
                  <a:lnTo>
                    <a:pt x="86221" y="7778"/>
                  </a:lnTo>
                  <a:lnTo>
                    <a:pt x="126111" y="0"/>
                  </a:lnTo>
                  <a:lnTo>
                    <a:pt x="166013" y="7778"/>
                  </a:lnTo>
                  <a:lnTo>
                    <a:pt x="200667" y="29431"/>
                  </a:lnTo>
                  <a:lnTo>
                    <a:pt x="227993" y="62435"/>
                  </a:lnTo>
                  <a:lnTo>
                    <a:pt x="245913" y="104265"/>
                  </a:lnTo>
                  <a:lnTo>
                    <a:pt x="252349" y="152399"/>
                  </a:lnTo>
                  <a:lnTo>
                    <a:pt x="245913" y="200582"/>
                  </a:lnTo>
                  <a:lnTo>
                    <a:pt x="227993" y="242419"/>
                  </a:lnTo>
                  <a:lnTo>
                    <a:pt x="200667" y="275405"/>
                  </a:lnTo>
                  <a:lnTo>
                    <a:pt x="166013" y="297033"/>
                  </a:lnTo>
                  <a:lnTo>
                    <a:pt x="126111" y="304799"/>
                  </a:lnTo>
                  <a:lnTo>
                    <a:pt x="86221" y="297033"/>
                  </a:lnTo>
                  <a:lnTo>
                    <a:pt x="51599" y="275405"/>
                  </a:lnTo>
                  <a:lnTo>
                    <a:pt x="24310" y="242419"/>
                  </a:lnTo>
                  <a:lnTo>
                    <a:pt x="6422" y="200582"/>
                  </a:lnTo>
                  <a:lnTo>
                    <a:pt x="0" y="1523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2" name="object 139"/>
          <p:cNvSpPr txBox="1"/>
          <p:nvPr/>
        </p:nvSpPr>
        <p:spPr>
          <a:xfrm>
            <a:off x="7958073" y="48503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object 140"/>
          <p:cNvSpPr txBox="1"/>
          <p:nvPr/>
        </p:nvSpPr>
        <p:spPr>
          <a:xfrm>
            <a:off x="8233918" y="1218946"/>
            <a:ext cx="1069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I/P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object 141"/>
          <p:cNvSpPr txBox="1"/>
          <p:nvPr/>
        </p:nvSpPr>
        <p:spPr>
          <a:xfrm>
            <a:off x="8233918" y="1557124"/>
            <a:ext cx="1138555" cy="81534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object 142"/>
          <p:cNvSpPr txBox="1"/>
          <p:nvPr/>
        </p:nvSpPr>
        <p:spPr>
          <a:xfrm>
            <a:off x="8233918" y="2551557"/>
            <a:ext cx="754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Cobot</a:t>
            </a:r>
            <a:r>
              <a:rPr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6" name="object 143"/>
          <p:cNvSpPr txBox="1"/>
          <p:nvPr/>
        </p:nvSpPr>
        <p:spPr>
          <a:xfrm>
            <a:off x="8233918" y="2983738"/>
            <a:ext cx="1233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8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object 144"/>
          <p:cNvSpPr txBox="1"/>
          <p:nvPr/>
        </p:nvSpPr>
        <p:spPr>
          <a:xfrm>
            <a:off x="8223884" y="3895090"/>
            <a:ext cx="113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object 145"/>
          <p:cNvSpPr txBox="1"/>
          <p:nvPr/>
        </p:nvSpPr>
        <p:spPr>
          <a:xfrm>
            <a:off x="8239125" y="4305046"/>
            <a:ext cx="1138555" cy="153733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9220" marR="23495" indent="-31750">
              <a:lnSpc>
                <a:spcPct val="144000"/>
              </a:lnSpc>
              <a:spcBef>
                <a:spcPts val="225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Cobot</a:t>
            </a:r>
            <a:r>
              <a:rPr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156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O/P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9220">
              <a:lnSpc>
                <a:spcPct val="100000"/>
              </a:lnSpc>
            </a:pPr>
            <a:r>
              <a:rPr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object 146"/>
          <p:cNvSpPr/>
          <p:nvPr/>
        </p:nvSpPr>
        <p:spPr>
          <a:xfrm>
            <a:off x="9522586" y="1040130"/>
            <a:ext cx="73025" cy="5135880"/>
          </a:xfrm>
          <a:custGeom>
            <a:avLst/>
            <a:gdLst/>
            <a:ahLst/>
            <a:cxnLst/>
            <a:rect l="l" t="t" r="r" b="b"/>
            <a:pathLst>
              <a:path w="73025" h="5135880">
                <a:moveTo>
                  <a:pt x="0" y="0"/>
                </a:moveTo>
                <a:lnTo>
                  <a:pt x="72771" y="5135676"/>
                </a:lnTo>
              </a:path>
            </a:pathLst>
          </a:custGeom>
          <a:ln w="571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object 147"/>
          <p:cNvSpPr txBox="1"/>
          <p:nvPr/>
        </p:nvSpPr>
        <p:spPr>
          <a:xfrm>
            <a:off x="8371078" y="801115"/>
            <a:ext cx="617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1564B</a:t>
            </a:r>
            <a:endParaRPr sz="1800" b="1" u="sng" spc="-10" dirty="0">
              <a:solidFill>
                <a:srgbClr val="FF6600"/>
              </a:solidFill>
              <a:uFill>
                <a:solidFill>
                  <a:srgbClr val="FF6600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1" name="object 148"/>
          <p:cNvGrpSpPr/>
          <p:nvPr/>
        </p:nvGrpSpPr>
        <p:grpSpPr>
          <a:xfrm>
            <a:off x="7932546" y="5382386"/>
            <a:ext cx="264795" cy="297815"/>
            <a:chOff x="7932546" y="5382386"/>
            <a:chExt cx="264795" cy="297815"/>
          </a:xfrm>
        </p:grpSpPr>
        <p:sp>
          <p:nvSpPr>
            <p:cNvPr id="152" name="object 149"/>
            <p:cNvSpPr/>
            <p:nvPr/>
          </p:nvSpPr>
          <p:spPr>
            <a:xfrm>
              <a:off x="7938896" y="538873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350"/>
                  </a:lnTo>
                  <a:lnTo>
                    <a:pt x="24302" y="226417"/>
                  </a:lnTo>
                  <a:lnTo>
                    <a:pt x="51572" y="257224"/>
                  </a:lnTo>
                  <a:lnTo>
                    <a:pt x="86156" y="277427"/>
                  </a:lnTo>
                  <a:lnTo>
                    <a:pt x="125983" y="284683"/>
                  </a:lnTo>
                  <a:lnTo>
                    <a:pt x="165811" y="277427"/>
                  </a:lnTo>
                  <a:lnTo>
                    <a:pt x="200395" y="257224"/>
                  </a:lnTo>
                  <a:lnTo>
                    <a:pt x="227665" y="226417"/>
                  </a:lnTo>
                  <a:lnTo>
                    <a:pt x="245546" y="187350"/>
                  </a:lnTo>
                  <a:lnTo>
                    <a:pt x="251968" y="142366"/>
                  </a:lnTo>
                  <a:lnTo>
                    <a:pt x="245546" y="97373"/>
                  </a:lnTo>
                  <a:lnTo>
                    <a:pt x="227665" y="58293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3" name="object 150"/>
            <p:cNvSpPr/>
            <p:nvPr/>
          </p:nvSpPr>
          <p:spPr>
            <a:xfrm>
              <a:off x="7938896" y="5388736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3"/>
                  </a:lnTo>
                  <a:lnTo>
                    <a:pt x="245546" y="97373"/>
                  </a:lnTo>
                  <a:lnTo>
                    <a:pt x="251968" y="142366"/>
                  </a:lnTo>
                  <a:lnTo>
                    <a:pt x="245546" y="187350"/>
                  </a:lnTo>
                  <a:lnTo>
                    <a:pt x="227665" y="226417"/>
                  </a:lnTo>
                  <a:lnTo>
                    <a:pt x="200395" y="257224"/>
                  </a:lnTo>
                  <a:lnTo>
                    <a:pt x="165811" y="277427"/>
                  </a:lnTo>
                  <a:lnTo>
                    <a:pt x="125983" y="284683"/>
                  </a:lnTo>
                  <a:lnTo>
                    <a:pt x="86156" y="277427"/>
                  </a:lnTo>
                  <a:lnTo>
                    <a:pt x="51572" y="257224"/>
                  </a:lnTo>
                  <a:lnTo>
                    <a:pt x="24302" y="226417"/>
                  </a:lnTo>
                  <a:lnTo>
                    <a:pt x="6421" y="187350"/>
                  </a:lnTo>
                  <a:lnTo>
                    <a:pt x="0" y="14236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4" name="object 151"/>
          <p:cNvSpPr txBox="1"/>
          <p:nvPr/>
        </p:nvSpPr>
        <p:spPr>
          <a:xfrm>
            <a:off x="7981315" y="541794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5" name="object 152"/>
          <p:cNvGrpSpPr/>
          <p:nvPr/>
        </p:nvGrpSpPr>
        <p:grpSpPr>
          <a:xfrm>
            <a:off x="9696068" y="1316989"/>
            <a:ext cx="264795" cy="297815"/>
            <a:chOff x="9696068" y="1316989"/>
            <a:chExt cx="264795" cy="297815"/>
          </a:xfrm>
        </p:grpSpPr>
        <p:sp>
          <p:nvSpPr>
            <p:cNvPr id="156" name="object 153"/>
            <p:cNvSpPr/>
            <p:nvPr/>
          </p:nvSpPr>
          <p:spPr>
            <a:xfrm>
              <a:off x="9702418" y="132333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5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60"/>
                  </a:lnTo>
                  <a:lnTo>
                    <a:pt x="24302" y="226441"/>
                  </a:lnTo>
                  <a:lnTo>
                    <a:pt x="51572" y="257261"/>
                  </a:lnTo>
                  <a:lnTo>
                    <a:pt x="86156" y="277474"/>
                  </a:lnTo>
                  <a:lnTo>
                    <a:pt x="125983" y="284734"/>
                  </a:lnTo>
                  <a:lnTo>
                    <a:pt x="165811" y="277474"/>
                  </a:lnTo>
                  <a:lnTo>
                    <a:pt x="200395" y="257261"/>
                  </a:lnTo>
                  <a:lnTo>
                    <a:pt x="227665" y="226441"/>
                  </a:lnTo>
                  <a:lnTo>
                    <a:pt x="245546" y="187360"/>
                  </a:lnTo>
                  <a:lnTo>
                    <a:pt x="251967" y="142367"/>
                  </a:lnTo>
                  <a:lnTo>
                    <a:pt x="245546" y="97373"/>
                  </a:lnTo>
                  <a:lnTo>
                    <a:pt x="227665" y="58293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7" name="object 154"/>
            <p:cNvSpPr/>
            <p:nvPr/>
          </p:nvSpPr>
          <p:spPr>
            <a:xfrm>
              <a:off x="9702418" y="132333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5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3"/>
                  </a:lnTo>
                  <a:lnTo>
                    <a:pt x="245546" y="97373"/>
                  </a:lnTo>
                  <a:lnTo>
                    <a:pt x="251967" y="142367"/>
                  </a:lnTo>
                  <a:lnTo>
                    <a:pt x="245546" y="187360"/>
                  </a:lnTo>
                  <a:lnTo>
                    <a:pt x="227665" y="226441"/>
                  </a:lnTo>
                  <a:lnTo>
                    <a:pt x="200395" y="257261"/>
                  </a:lnTo>
                  <a:lnTo>
                    <a:pt x="165811" y="277474"/>
                  </a:lnTo>
                  <a:lnTo>
                    <a:pt x="125983" y="284734"/>
                  </a:lnTo>
                  <a:lnTo>
                    <a:pt x="86156" y="277474"/>
                  </a:lnTo>
                  <a:lnTo>
                    <a:pt x="51572" y="257261"/>
                  </a:lnTo>
                  <a:lnTo>
                    <a:pt x="24302" y="226441"/>
                  </a:lnTo>
                  <a:lnTo>
                    <a:pt x="6421" y="187360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8" name="object 155"/>
          <p:cNvSpPr txBox="1"/>
          <p:nvPr/>
        </p:nvSpPr>
        <p:spPr>
          <a:xfrm>
            <a:off x="9745218" y="1351915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9" name="object 156"/>
          <p:cNvGrpSpPr/>
          <p:nvPr/>
        </p:nvGrpSpPr>
        <p:grpSpPr>
          <a:xfrm>
            <a:off x="9713341" y="1779270"/>
            <a:ext cx="264795" cy="297815"/>
            <a:chOff x="9713341" y="1779270"/>
            <a:chExt cx="264795" cy="297815"/>
          </a:xfrm>
        </p:grpSpPr>
        <p:sp>
          <p:nvSpPr>
            <p:cNvPr id="160" name="object 157"/>
            <p:cNvSpPr/>
            <p:nvPr/>
          </p:nvSpPr>
          <p:spPr>
            <a:xfrm>
              <a:off x="9719691" y="178562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8"/>
                  </a:lnTo>
                  <a:lnTo>
                    <a:pt x="51572" y="27464"/>
                  </a:lnTo>
                  <a:lnTo>
                    <a:pt x="24302" y="58265"/>
                  </a:lnTo>
                  <a:lnTo>
                    <a:pt x="6421" y="97308"/>
                  </a:lnTo>
                  <a:lnTo>
                    <a:pt x="0" y="142239"/>
                  </a:lnTo>
                  <a:lnTo>
                    <a:pt x="6421" y="187233"/>
                  </a:lnTo>
                  <a:lnTo>
                    <a:pt x="24302" y="226313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3" y="284606"/>
                  </a:lnTo>
                  <a:lnTo>
                    <a:pt x="165762" y="277347"/>
                  </a:lnTo>
                  <a:lnTo>
                    <a:pt x="200340" y="257134"/>
                  </a:lnTo>
                  <a:lnTo>
                    <a:pt x="227628" y="226313"/>
                  </a:lnTo>
                  <a:lnTo>
                    <a:pt x="245534" y="187233"/>
                  </a:lnTo>
                  <a:lnTo>
                    <a:pt x="251967" y="142239"/>
                  </a:lnTo>
                  <a:lnTo>
                    <a:pt x="245534" y="97308"/>
                  </a:lnTo>
                  <a:lnTo>
                    <a:pt x="227628" y="58265"/>
                  </a:lnTo>
                  <a:lnTo>
                    <a:pt x="200340" y="27464"/>
                  </a:lnTo>
                  <a:lnTo>
                    <a:pt x="165762" y="725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1" name="object 158"/>
            <p:cNvSpPr/>
            <p:nvPr/>
          </p:nvSpPr>
          <p:spPr>
            <a:xfrm>
              <a:off x="9719691" y="178562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1" y="97308"/>
                  </a:lnTo>
                  <a:lnTo>
                    <a:pt x="24302" y="58265"/>
                  </a:lnTo>
                  <a:lnTo>
                    <a:pt x="51572" y="27464"/>
                  </a:lnTo>
                  <a:lnTo>
                    <a:pt x="86156" y="7258"/>
                  </a:lnTo>
                  <a:lnTo>
                    <a:pt x="125983" y="0"/>
                  </a:lnTo>
                  <a:lnTo>
                    <a:pt x="165762" y="7258"/>
                  </a:lnTo>
                  <a:lnTo>
                    <a:pt x="200340" y="27464"/>
                  </a:lnTo>
                  <a:lnTo>
                    <a:pt x="227628" y="58265"/>
                  </a:lnTo>
                  <a:lnTo>
                    <a:pt x="245534" y="97308"/>
                  </a:lnTo>
                  <a:lnTo>
                    <a:pt x="251967" y="142239"/>
                  </a:lnTo>
                  <a:lnTo>
                    <a:pt x="245534" y="187233"/>
                  </a:lnTo>
                  <a:lnTo>
                    <a:pt x="227628" y="226313"/>
                  </a:lnTo>
                  <a:lnTo>
                    <a:pt x="200340" y="257134"/>
                  </a:lnTo>
                  <a:lnTo>
                    <a:pt x="165762" y="277347"/>
                  </a:lnTo>
                  <a:lnTo>
                    <a:pt x="125983" y="284606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3"/>
                  </a:lnTo>
                  <a:lnTo>
                    <a:pt x="6421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2" name="object 159"/>
          <p:cNvSpPr txBox="1"/>
          <p:nvPr/>
        </p:nvSpPr>
        <p:spPr>
          <a:xfrm>
            <a:off x="9762235" y="181394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3" name="object 160"/>
          <p:cNvGrpSpPr/>
          <p:nvPr/>
        </p:nvGrpSpPr>
        <p:grpSpPr>
          <a:xfrm>
            <a:off x="9763252" y="2177542"/>
            <a:ext cx="264795" cy="297815"/>
            <a:chOff x="9763252" y="2177542"/>
            <a:chExt cx="264795" cy="297815"/>
          </a:xfrm>
        </p:grpSpPr>
        <p:sp>
          <p:nvSpPr>
            <p:cNvPr id="164" name="object 161"/>
            <p:cNvSpPr/>
            <p:nvPr/>
          </p:nvSpPr>
          <p:spPr>
            <a:xfrm>
              <a:off x="9769602" y="218389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8"/>
                  </a:lnTo>
                  <a:lnTo>
                    <a:pt x="51572" y="27464"/>
                  </a:lnTo>
                  <a:lnTo>
                    <a:pt x="24302" y="58265"/>
                  </a:lnTo>
                  <a:lnTo>
                    <a:pt x="6421" y="97308"/>
                  </a:lnTo>
                  <a:lnTo>
                    <a:pt x="0" y="142240"/>
                  </a:lnTo>
                  <a:lnTo>
                    <a:pt x="6421" y="187233"/>
                  </a:lnTo>
                  <a:lnTo>
                    <a:pt x="24302" y="226314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3" y="284607"/>
                  </a:lnTo>
                  <a:lnTo>
                    <a:pt x="165749" y="277347"/>
                  </a:lnTo>
                  <a:lnTo>
                    <a:pt x="200296" y="257134"/>
                  </a:lnTo>
                  <a:lnTo>
                    <a:pt x="227546" y="226314"/>
                  </a:lnTo>
                  <a:lnTo>
                    <a:pt x="245420" y="187233"/>
                  </a:lnTo>
                  <a:lnTo>
                    <a:pt x="251841" y="142240"/>
                  </a:lnTo>
                  <a:lnTo>
                    <a:pt x="245420" y="97308"/>
                  </a:lnTo>
                  <a:lnTo>
                    <a:pt x="227546" y="58265"/>
                  </a:lnTo>
                  <a:lnTo>
                    <a:pt x="200296" y="27464"/>
                  </a:lnTo>
                  <a:lnTo>
                    <a:pt x="165749" y="725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5" name="object 162"/>
            <p:cNvSpPr/>
            <p:nvPr/>
          </p:nvSpPr>
          <p:spPr>
            <a:xfrm>
              <a:off x="9769602" y="218389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40"/>
                  </a:moveTo>
                  <a:lnTo>
                    <a:pt x="6421" y="97308"/>
                  </a:lnTo>
                  <a:lnTo>
                    <a:pt x="24302" y="58265"/>
                  </a:lnTo>
                  <a:lnTo>
                    <a:pt x="51572" y="27464"/>
                  </a:lnTo>
                  <a:lnTo>
                    <a:pt x="86156" y="7258"/>
                  </a:lnTo>
                  <a:lnTo>
                    <a:pt x="125983" y="0"/>
                  </a:lnTo>
                  <a:lnTo>
                    <a:pt x="165749" y="7258"/>
                  </a:lnTo>
                  <a:lnTo>
                    <a:pt x="200296" y="27464"/>
                  </a:lnTo>
                  <a:lnTo>
                    <a:pt x="227546" y="58265"/>
                  </a:lnTo>
                  <a:lnTo>
                    <a:pt x="245420" y="97308"/>
                  </a:lnTo>
                  <a:lnTo>
                    <a:pt x="251841" y="142240"/>
                  </a:lnTo>
                  <a:lnTo>
                    <a:pt x="245420" y="187233"/>
                  </a:lnTo>
                  <a:lnTo>
                    <a:pt x="227546" y="226314"/>
                  </a:lnTo>
                  <a:lnTo>
                    <a:pt x="200296" y="257134"/>
                  </a:lnTo>
                  <a:lnTo>
                    <a:pt x="165749" y="277347"/>
                  </a:lnTo>
                  <a:lnTo>
                    <a:pt x="125983" y="284607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4"/>
                  </a:lnTo>
                  <a:lnTo>
                    <a:pt x="6421" y="187233"/>
                  </a:lnTo>
                  <a:lnTo>
                    <a:pt x="0" y="14224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6" name="object 163"/>
          <p:cNvSpPr txBox="1"/>
          <p:nvPr/>
        </p:nvSpPr>
        <p:spPr>
          <a:xfrm>
            <a:off x="9812273" y="221234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7" name="object 164"/>
          <p:cNvGrpSpPr/>
          <p:nvPr/>
        </p:nvGrpSpPr>
        <p:grpSpPr>
          <a:xfrm>
            <a:off x="9770491" y="2603245"/>
            <a:ext cx="264795" cy="297815"/>
            <a:chOff x="9770491" y="2603245"/>
            <a:chExt cx="264795" cy="297815"/>
          </a:xfrm>
        </p:grpSpPr>
        <p:sp>
          <p:nvSpPr>
            <p:cNvPr id="168" name="object 165"/>
            <p:cNvSpPr/>
            <p:nvPr/>
          </p:nvSpPr>
          <p:spPr>
            <a:xfrm>
              <a:off x="9776841" y="260959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6"/>
                  </a:lnTo>
                  <a:lnTo>
                    <a:pt x="165811" y="277360"/>
                  </a:lnTo>
                  <a:lnTo>
                    <a:pt x="200395" y="257179"/>
                  </a:lnTo>
                  <a:lnTo>
                    <a:pt x="227665" y="226396"/>
                  </a:lnTo>
                  <a:lnTo>
                    <a:pt x="245546" y="187347"/>
                  </a:lnTo>
                  <a:lnTo>
                    <a:pt x="251967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9" name="object 166"/>
            <p:cNvSpPr/>
            <p:nvPr/>
          </p:nvSpPr>
          <p:spPr>
            <a:xfrm>
              <a:off x="9776841" y="260959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7" y="142366"/>
                  </a:lnTo>
                  <a:lnTo>
                    <a:pt x="245546" y="187347"/>
                  </a:lnTo>
                  <a:lnTo>
                    <a:pt x="227665" y="226396"/>
                  </a:lnTo>
                  <a:lnTo>
                    <a:pt x="200395" y="257179"/>
                  </a:lnTo>
                  <a:lnTo>
                    <a:pt x="165811" y="277360"/>
                  </a:lnTo>
                  <a:lnTo>
                    <a:pt x="125983" y="284606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0" name="object 167"/>
          <p:cNvSpPr txBox="1"/>
          <p:nvPr/>
        </p:nvSpPr>
        <p:spPr>
          <a:xfrm>
            <a:off x="9819513" y="2561971"/>
            <a:ext cx="1137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  <a:r>
              <a:rPr sz="1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Cobot</a:t>
            </a:r>
            <a:r>
              <a:rPr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1" name="object 168"/>
          <p:cNvSpPr txBox="1"/>
          <p:nvPr/>
        </p:nvSpPr>
        <p:spPr>
          <a:xfrm>
            <a:off x="10203306" y="1256538"/>
            <a:ext cx="1069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I/P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2" name="object 169"/>
          <p:cNvSpPr txBox="1"/>
          <p:nvPr/>
        </p:nvSpPr>
        <p:spPr>
          <a:xfrm>
            <a:off x="10153268" y="1608327"/>
            <a:ext cx="1018540" cy="796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 marR="5080" indent="-50165">
              <a:lnSpc>
                <a:spcPct val="14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CNC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3" name="object 170"/>
          <p:cNvSpPr txBox="1"/>
          <p:nvPr/>
        </p:nvSpPr>
        <p:spPr>
          <a:xfrm>
            <a:off x="10323956" y="5274945"/>
            <a:ext cx="754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Cobot</a:t>
            </a:r>
            <a:r>
              <a:rPr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" name="object 171"/>
          <p:cNvSpPr txBox="1"/>
          <p:nvPr/>
        </p:nvSpPr>
        <p:spPr>
          <a:xfrm>
            <a:off x="10153268" y="2886202"/>
            <a:ext cx="1440180" cy="84581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1563</a:t>
            </a:r>
            <a:r>
              <a:rPr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O/P</a:t>
            </a:r>
            <a:r>
              <a:rPr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9685" algn="ctr">
              <a:lnSpc>
                <a:spcPct val="100000"/>
              </a:lnSpc>
              <a:spcBef>
                <a:spcPts val="1070"/>
              </a:spcBef>
            </a:pPr>
            <a:r>
              <a:rPr sz="1800" b="1" u="sng" spc="-10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1561A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object 172"/>
          <p:cNvSpPr txBox="1"/>
          <p:nvPr/>
        </p:nvSpPr>
        <p:spPr>
          <a:xfrm>
            <a:off x="10310876" y="879094"/>
            <a:ext cx="617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1561B</a:t>
            </a:r>
            <a:endParaRPr sz="1800" b="1" u="sng" spc="-10" dirty="0">
              <a:solidFill>
                <a:srgbClr val="FF6600"/>
              </a:solidFill>
              <a:uFill>
                <a:solidFill>
                  <a:srgbClr val="FF6600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6" name="object 173"/>
          <p:cNvGrpSpPr/>
          <p:nvPr/>
        </p:nvGrpSpPr>
        <p:grpSpPr>
          <a:xfrm>
            <a:off x="9807193" y="3072638"/>
            <a:ext cx="264795" cy="297815"/>
            <a:chOff x="9807193" y="3072638"/>
            <a:chExt cx="264795" cy="297815"/>
          </a:xfrm>
        </p:grpSpPr>
        <p:sp>
          <p:nvSpPr>
            <p:cNvPr id="177" name="object 174"/>
            <p:cNvSpPr/>
            <p:nvPr/>
          </p:nvSpPr>
          <p:spPr>
            <a:xfrm>
              <a:off x="9813543" y="307898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46"/>
                  </a:lnTo>
                  <a:lnTo>
                    <a:pt x="51572" y="27427"/>
                  </a:lnTo>
                  <a:lnTo>
                    <a:pt x="24302" y="58210"/>
                  </a:lnTo>
                  <a:lnTo>
                    <a:pt x="6421" y="97259"/>
                  </a:lnTo>
                  <a:lnTo>
                    <a:pt x="0" y="142239"/>
                  </a:lnTo>
                  <a:lnTo>
                    <a:pt x="6421" y="187233"/>
                  </a:lnTo>
                  <a:lnTo>
                    <a:pt x="24302" y="226313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3" y="284607"/>
                  </a:lnTo>
                  <a:lnTo>
                    <a:pt x="165749" y="277347"/>
                  </a:lnTo>
                  <a:lnTo>
                    <a:pt x="200296" y="257134"/>
                  </a:lnTo>
                  <a:lnTo>
                    <a:pt x="227546" y="226313"/>
                  </a:lnTo>
                  <a:lnTo>
                    <a:pt x="245420" y="187233"/>
                  </a:lnTo>
                  <a:lnTo>
                    <a:pt x="251840" y="142239"/>
                  </a:lnTo>
                  <a:lnTo>
                    <a:pt x="245420" y="97259"/>
                  </a:lnTo>
                  <a:lnTo>
                    <a:pt x="227546" y="58210"/>
                  </a:lnTo>
                  <a:lnTo>
                    <a:pt x="200296" y="27427"/>
                  </a:lnTo>
                  <a:lnTo>
                    <a:pt x="165749" y="7246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8" name="object 175"/>
            <p:cNvSpPr/>
            <p:nvPr/>
          </p:nvSpPr>
          <p:spPr>
            <a:xfrm>
              <a:off x="9813543" y="307898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1" y="97259"/>
                  </a:lnTo>
                  <a:lnTo>
                    <a:pt x="24302" y="58210"/>
                  </a:lnTo>
                  <a:lnTo>
                    <a:pt x="51572" y="27427"/>
                  </a:lnTo>
                  <a:lnTo>
                    <a:pt x="86156" y="7246"/>
                  </a:lnTo>
                  <a:lnTo>
                    <a:pt x="125983" y="0"/>
                  </a:lnTo>
                  <a:lnTo>
                    <a:pt x="165749" y="7246"/>
                  </a:lnTo>
                  <a:lnTo>
                    <a:pt x="200296" y="27427"/>
                  </a:lnTo>
                  <a:lnTo>
                    <a:pt x="227546" y="58210"/>
                  </a:lnTo>
                  <a:lnTo>
                    <a:pt x="245420" y="97259"/>
                  </a:lnTo>
                  <a:lnTo>
                    <a:pt x="251840" y="142239"/>
                  </a:lnTo>
                  <a:lnTo>
                    <a:pt x="245420" y="187233"/>
                  </a:lnTo>
                  <a:lnTo>
                    <a:pt x="227546" y="226313"/>
                  </a:lnTo>
                  <a:lnTo>
                    <a:pt x="200296" y="257134"/>
                  </a:lnTo>
                  <a:lnTo>
                    <a:pt x="165749" y="277347"/>
                  </a:lnTo>
                  <a:lnTo>
                    <a:pt x="125983" y="284607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3"/>
                  </a:lnTo>
                  <a:lnTo>
                    <a:pt x="6421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9" name="object 176"/>
          <p:cNvSpPr txBox="1"/>
          <p:nvPr/>
        </p:nvSpPr>
        <p:spPr>
          <a:xfrm>
            <a:off x="9856089" y="3107563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0" name="object 177"/>
          <p:cNvGrpSpPr/>
          <p:nvPr/>
        </p:nvGrpSpPr>
        <p:grpSpPr>
          <a:xfrm>
            <a:off x="9767316" y="3974465"/>
            <a:ext cx="264795" cy="297815"/>
            <a:chOff x="9767316" y="3974465"/>
            <a:chExt cx="264795" cy="297815"/>
          </a:xfrm>
        </p:grpSpPr>
        <p:sp>
          <p:nvSpPr>
            <p:cNvPr id="181" name="object 178"/>
            <p:cNvSpPr/>
            <p:nvPr/>
          </p:nvSpPr>
          <p:spPr>
            <a:xfrm>
              <a:off x="9773666" y="398081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091" y="7258"/>
                  </a:lnTo>
                  <a:lnTo>
                    <a:pt x="51544" y="27464"/>
                  </a:lnTo>
                  <a:lnTo>
                    <a:pt x="24294" y="58265"/>
                  </a:lnTo>
                  <a:lnTo>
                    <a:pt x="6420" y="97308"/>
                  </a:lnTo>
                  <a:lnTo>
                    <a:pt x="0" y="142240"/>
                  </a:lnTo>
                  <a:lnTo>
                    <a:pt x="6420" y="187233"/>
                  </a:lnTo>
                  <a:lnTo>
                    <a:pt x="24294" y="226314"/>
                  </a:lnTo>
                  <a:lnTo>
                    <a:pt x="51544" y="257134"/>
                  </a:lnTo>
                  <a:lnTo>
                    <a:pt x="86091" y="277347"/>
                  </a:lnTo>
                  <a:lnTo>
                    <a:pt x="125856" y="284607"/>
                  </a:lnTo>
                  <a:lnTo>
                    <a:pt x="165684" y="277347"/>
                  </a:lnTo>
                  <a:lnTo>
                    <a:pt x="200268" y="257134"/>
                  </a:lnTo>
                  <a:lnTo>
                    <a:pt x="227538" y="226314"/>
                  </a:lnTo>
                  <a:lnTo>
                    <a:pt x="245419" y="187233"/>
                  </a:lnTo>
                  <a:lnTo>
                    <a:pt x="251840" y="142240"/>
                  </a:lnTo>
                  <a:lnTo>
                    <a:pt x="245419" y="97308"/>
                  </a:lnTo>
                  <a:lnTo>
                    <a:pt x="227538" y="58265"/>
                  </a:lnTo>
                  <a:lnTo>
                    <a:pt x="200268" y="27464"/>
                  </a:lnTo>
                  <a:lnTo>
                    <a:pt x="165684" y="7258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2" name="object 179"/>
            <p:cNvSpPr/>
            <p:nvPr/>
          </p:nvSpPr>
          <p:spPr>
            <a:xfrm>
              <a:off x="9773666" y="398081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40"/>
                  </a:moveTo>
                  <a:lnTo>
                    <a:pt x="6420" y="97308"/>
                  </a:lnTo>
                  <a:lnTo>
                    <a:pt x="24294" y="58265"/>
                  </a:lnTo>
                  <a:lnTo>
                    <a:pt x="51544" y="27464"/>
                  </a:lnTo>
                  <a:lnTo>
                    <a:pt x="86091" y="7258"/>
                  </a:lnTo>
                  <a:lnTo>
                    <a:pt x="125856" y="0"/>
                  </a:lnTo>
                  <a:lnTo>
                    <a:pt x="165684" y="7258"/>
                  </a:lnTo>
                  <a:lnTo>
                    <a:pt x="200268" y="27464"/>
                  </a:lnTo>
                  <a:lnTo>
                    <a:pt x="227538" y="58265"/>
                  </a:lnTo>
                  <a:lnTo>
                    <a:pt x="245419" y="97308"/>
                  </a:lnTo>
                  <a:lnTo>
                    <a:pt x="251840" y="142240"/>
                  </a:lnTo>
                  <a:lnTo>
                    <a:pt x="245419" y="187233"/>
                  </a:lnTo>
                  <a:lnTo>
                    <a:pt x="227538" y="226314"/>
                  </a:lnTo>
                  <a:lnTo>
                    <a:pt x="200268" y="257134"/>
                  </a:lnTo>
                  <a:lnTo>
                    <a:pt x="165684" y="277347"/>
                  </a:lnTo>
                  <a:lnTo>
                    <a:pt x="125856" y="284607"/>
                  </a:lnTo>
                  <a:lnTo>
                    <a:pt x="86091" y="277347"/>
                  </a:lnTo>
                  <a:lnTo>
                    <a:pt x="51544" y="257134"/>
                  </a:lnTo>
                  <a:lnTo>
                    <a:pt x="24294" y="226314"/>
                  </a:lnTo>
                  <a:lnTo>
                    <a:pt x="6420" y="187233"/>
                  </a:lnTo>
                  <a:lnTo>
                    <a:pt x="0" y="14224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83" name="object 180"/>
          <p:cNvSpPr txBox="1"/>
          <p:nvPr/>
        </p:nvSpPr>
        <p:spPr>
          <a:xfrm>
            <a:off x="9816210" y="400977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4" name="object 181"/>
          <p:cNvGrpSpPr/>
          <p:nvPr/>
        </p:nvGrpSpPr>
        <p:grpSpPr>
          <a:xfrm>
            <a:off x="9807193" y="4392421"/>
            <a:ext cx="264795" cy="297815"/>
            <a:chOff x="9807193" y="4392421"/>
            <a:chExt cx="264795" cy="297815"/>
          </a:xfrm>
        </p:grpSpPr>
        <p:sp>
          <p:nvSpPr>
            <p:cNvPr id="185" name="object 182"/>
            <p:cNvSpPr/>
            <p:nvPr/>
          </p:nvSpPr>
          <p:spPr>
            <a:xfrm>
              <a:off x="9813543" y="439877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298"/>
                  </a:lnTo>
                  <a:lnTo>
                    <a:pt x="24302" y="226341"/>
                  </a:lnTo>
                  <a:lnTo>
                    <a:pt x="51572" y="257142"/>
                  </a:lnTo>
                  <a:lnTo>
                    <a:pt x="86156" y="277348"/>
                  </a:lnTo>
                  <a:lnTo>
                    <a:pt x="125983" y="284606"/>
                  </a:lnTo>
                  <a:lnTo>
                    <a:pt x="165749" y="277348"/>
                  </a:lnTo>
                  <a:lnTo>
                    <a:pt x="200296" y="257142"/>
                  </a:lnTo>
                  <a:lnTo>
                    <a:pt x="227546" y="226341"/>
                  </a:lnTo>
                  <a:lnTo>
                    <a:pt x="245420" y="187298"/>
                  </a:lnTo>
                  <a:lnTo>
                    <a:pt x="251840" y="142366"/>
                  </a:lnTo>
                  <a:lnTo>
                    <a:pt x="245420" y="97373"/>
                  </a:lnTo>
                  <a:lnTo>
                    <a:pt x="227546" y="58292"/>
                  </a:lnTo>
                  <a:lnTo>
                    <a:pt x="200296" y="27472"/>
                  </a:lnTo>
                  <a:lnTo>
                    <a:pt x="165749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6" name="object 183"/>
            <p:cNvSpPr/>
            <p:nvPr/>
          </p:nvSpPr>
          <p:spPr>
            <a:xfrm>
              <a:off x="9813543" y="439877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749" y="7259"/>
                  </a:lnTo>
                  <a:lnTo>
                    <a:pt x="200296" y="27472"/>
                  </a:lnTo>
                  <a:lnTo>
                    <a:pt x="227546" y="58292"/>
                  </a:lnTo>
                  <a:lnTo>
                    <a:pt x="245420" y="97373"/>
                  </a:lnTo>
                  <a:lnTo>
                    <a:pt x="251840" y="142366"/>
                  </a:lnTo>
                  <a:lnTo>
                    <a:pt x="245420" y="187298"/>
                  </a:lnTo>
                  <a:lnTo>
                    <a:pt x="227546" y="226341"/>
                  </a:lnTo>
                  <a:lnTo>
                    <a:pt x="200296" y="257142"/>
                  </a:lnTo>
                  <a:lnTo>
                    <a:pt x="165749" y="277348"/>
                  </a:lnTo>
                  <a:lnTo>
                    <a:pt x="125983" y="284606"/>
                  </a:lnTo>
                  <a:lnTo>
                    <a:pt x="86156" y="277348"/>
                  </a:lnTo>
                  <a:lnTo>
                    <a:pt x="51572" y="257142"/>
                  </a:lnTo>
                  <a:lnTo>
                    <a:pt x="24302" y="226341"/>
                  </a:lnTo>
                  <a:lnTo>
                    <a:pt x="6421" y="187298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87" name="object 184"/>
          <p:cNvSpPr txBox="1"/>
          <p:nvPr/>
        </p:nvSpPr>
        <p:spPr>
          <a:xfrm>
            <a:off x="9856089" y="4427601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8" name="object 185"/>
          <p:cNvGrpSpPr/>
          <p:nvPr/>
        </p:nvGrpSpPr>
        <p:grpSpPr>
          <a:xfrm>
            <a:off x="9807193" y="4824729"/>
            <a:ext cx="264795" cy="297815"/>
            <a:chOff x="9807193" y="4824729"/>
            <a:chExt cx="264795" cy="297815"/>
          </a:xfrm>
        </p:grpSpPr>
        <p:sp>
          <p:nvSpPr>
            <p:cNvPr id="189" name="object 186"/>
            <p:cNvSpPr/>
            <p:nvPr/>
          </p:nvSpPr>
          <p:spPr>
            <a:xfrm>
              <a:off x="9813543" y="483107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7"/>
                  </a:lnTo>
                  <a:lnTo>
                    <a:pt x="165749" y="277360"/>
                  </a:lnTo>
                  <a:lnTo>
                    <a:pt x="200296" y="257179"/>
                  </a:lnTo>
                  <a:lnTo>
                    <a:pt x="227546" y="226396"/>
                  </a:lnTo>
                  <a:lnTo>
                    <a:pt x="245420" y="187347"/>
                  </a:lnTo>
                  <a:lnTo>
                    <a:pt x="251840" y="142367"/>
                  </a:lnTo>
                  <a:lnTo>
                    <a:pt x="245420" y="97373"/>
                  </a:lnTo>
                  <a:lnTo>
                    <a:pt x="227546" y="58293"/>
                  </a:lnTo>
                  <a:lnTo>
                    <a:pt x="200296" y="27472"/>
                  </a:lnTo>
                  <a:lnTo>
                    <a:pt x="165749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0" name="object 187"/>
            <p:cNvSpPr/>
            <p:nvPr/>
          </p:nvSpPr>
          <p:spPr>
            <a:xfrm>
              <a:off x="9813543" y="483107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749" y="7259"/>
                  </a:lnTo>
                  <a:lnTo>
                    <a:pt x="200296" y="27472"/>
                  </a:lnTo>
                  <a:lnTo>
                    <a:pt x="227546" y="58293"/>
                  </a:lnTo>
                  <a:lnTo>
                    <a:pt x="245420" y="97373"/>
                  </a:lnTo>
                  <a:lnTo>
                    <a:pt x="251840" y="142367"/>
                  </a:lnTo>
                  <a:lnTo>
                    <a:pt x="245420" y="187347"/>
                  </a:lnTo>
                  <a:lnTo>
                    <a:pt x="227546" y="226396"/>
                  </a:lnTo>
                  <a:lnTo>
                    <a:pt x="200296" y="257179"/>
                  </a:lnTo>
                  <a:lnTo>
                    <a:pt x="165749" y="277360"/>
                  </a:lnTo>
                  <a:lnTo>
                    <a:pt x="125983" y="284607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1" name="object 188"/>
          <p:cNvSpPr txBox="1"/>
          <p:nvPr/>
        </p:nvSpPr>
        <p:spPr>
          <a:xfrm>
            <a:off x="9856089" y="4860163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2" name="object 189"/>
          <p:cNvGrpSpPr/>
          <p:nvPr/>
        </p:nvGrpSpPr>
        <p:grpSpPr>
          <a:xfrm>
            <a:off x="9825481" y="5242940"/>
            <a:ext cx="264795" cy="297815"/>
            <a:chOff x="9825481" y="5242940"/>
            <a:chExt cx="264795" cy="297815"/>
          </a:xfrm>
        </p:grpSpPr>
        <p:sp>
          <p:nvSpPr>
            <p:cNvPr id="193" name="object 190"/>
            <p:cNvSpPr/>
            <p:nvPr/>
          </p:nvSpPr>
          <p:spPr>
            <a:xfrm>
              <a:off x="9831831" y="524929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4" y="284607"/>
                  </a:lnTo>
                  <a:lnTo>
                    <a:pt x="165811" y="277360"/>
                  </a:lnTo>
                  <a:lnTo>
                    <a:pt x="200395" y="257179"/>
                  </a:lnTo>
                  <a:lnTo>
                    <a:pt x="227665" y="226396"/>
                  </a:lnTo>
                  <a:lnTo>
                    <a:pt x="245546" y="187347"/>
                  </a:lnTo>
                  <a:lnTo>
                    <a:pt x="251968" y="142367"/>
                  </a:lnTo>
                  <a:lnTo>
                    <a:pt x="245546" y="97373"/>
                  </a:lnTo>
                  <a:lnTo>
                    <a:pt x="227665" y="58293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" name="object 191"/>
            <p:cNvSpPr/>
            <p:nvPr/>
          </p:nvSpPr>
          <p:spPr>
            <a:xfrm>
              <a:off x="9831831" y="524929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4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3"/>
                  </a:lnTo>
                  <a:lnTo>
                    <a:pt x="245546" y="97373"/>
                  </a:lnTo>
                  <a:lnTo>
                    <a:pt x="251968" y="142367"/>
                  </a:lnTo>
                  <a:lnTo>
                    <a:pt x="245546" y="187347"/>
                  </a:lnTo>
                  <a:lnTo>
                    <a:pt x="227665" y="226396"/>
                  </a:lnTo>
                  <a:lnTo>
                    <a:pt x="200395" y="257179"/>
                  </a:lnTo>
                  <a:lnTo>
                    <a:pt x="165811" y="277360"/>
                  </a:lnTo>
                  <a:lnTo>
                    <a:pt x="125984" y="284607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5" name="object 192"/>
          <p:cNvSpPr txBox="1"/>
          <p:nvPr/>
        </p:nvSpPr>
        <p:spPr>
          <a:xfrm>
            <a:off x="9874377" y="5278373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6" name="object 193"/>
          <p:cNvSpPr txBox="1"/>
          <p:nvPr/>
        </p:nvSpPr>
        <p:spPr>
          <a:xfrm>
            <a:off x="10136251" y="3884854"/>
            <a:ext cx="1079500" cy="7029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I/P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3190">
              <a:lnSpc>
                <a:spcPct val="100000"/>
              </a:lnSpc>
              <a:spcBef>
                <a:spcPts val="51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object 194"/>
          <p:cNvSpPr txBox="1"/>
          <p:nvPr/>
        </p:nvSpPr>
        <p:spPr>
          <a:xfrm>
            <a:off x="10294366" y="4805298"/>
            <a:ext cx="968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object 195"/>
          <p:cNvSpPr txBox="1"/>
          <p:nvPr/>
        </p:nvSpPr>
        <p:spPr>
          <a:xfrm>
            <a:off x="10227056" y="5708700"/>
            <a:ext cx="157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1561A O/P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9" name="object 197"/>
          <p:cNvSpPr txBox="1"/>
          <p:nvPr/>
        </p:nvSpPr>
        <p:spPr>
          <a:xfrm>
            <a:off x="8246491" y="3466845"/>
            <a:ext cx="1069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I/P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0" name="object 198"/>
          <p:cNvGrpSpPr/>
          <p:nvPr/>
        </p:nvGrpSpPr>
        <p:grpSpPr>
          <a:xfrm>
            <a:off x="9839579" y="5669597"/>
            <a:ext cx="264795" cy="297815"/>
            <a:chOff x="9839579" y="5669597"/>
            <a:chExt cx="264795" cy="297815"/>
          </a:xfrm>
        </p:grpSpPr>
        <p:sp>
          <p:nvSpPr>
            <p:cNvPr id="201" name="object 199"/>
            <p:cNvSpPr/>
            <p:nvPr/>
          </p:nvSpPr>
          <p:spPr>
            <a:xfrm>
              <a:off x="9845929" y="5675947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6"/>
                  </a:lnTo>
                  <a:lnTo>
                    <a:pt x="51572" y="27462"/>
                  </a:lnTo>
                  <a:lnTo>
                    <a:pt x="24302" y="58273"/>
                  </a:lnTo>
                  <a:lnTo>
                    <a:pt x="6421" y="97344"/>
                  </a:lnTo>
                  <a:lnTo>
                    <a:pt x="0" y="142328"/>
                  </a:lnTo>
                  <a:lnTo>
                    <a:pt x="6421" y="187312"/>
                  </a:lnTo>
                  <a:lnTo>
                    <a:pt x="24302" y="226379"/>
                  </a:lnTo>
                  <a:lnTo>
                    <a:pt x="51572" y="257186"/>
                  </a:lnTo>
                  <a:lnTo>
                    <a:pt x="86156" y="277389"/>
                  </a:lnTo>
                  <a:lnTo>
                    <a:pt x="125984" y="284645"/>
                  </a:lnTo>
                  <a:lnTo>
                    <a:pt x="165749" y="277389"/>
                  </a:lnTo>
                  <a:lnTo>
                    <a:pt x="200296" y="257186"/>
                  </a:lnTo>
                  <a:lnTo>
                    <a:pt x="227546" y="226379"/>
                  </a:lnTo>
                  <a:lnTo>
                    <a:pt x="245420" y="187312"/>
                  </a:lnTo>
                  <a:lnTo>
                    <a:pt x="251841" y="142328"/>
                  </a:lnTo>
                  <a:lnTo>
                    <a:pt x="245420" y="97344"/>
                  </a:lnTo>
                  <a:lnTo>
                    <a:pt x="227546" y="58273"/>
                  </a:lnTo>
                  <a:lnTo>
                    <a:pt x="200296" y="27462"/>
                  </a:lnTo>
                  <a:lnTo>
                    <a:pt x="165749" y="7256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2" name="object 200"/>
            <p:cNvSpPr/>
            <p:nvPr/>
          </p:nvSpPr>
          <p:spPr>
            <a:xfrm>
              <a:off x="9845929" y="5675947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28"/>
                  </a:moveTo>
                  <a:lnTo>
                    <a:pt x="6421" y="97344"/>
                  </a:lnTo>
                  <a:lnTo>
                    <a:pt x="24302" y="58273"/>
                  </a:lnTo>
                  <a:lnTo>
                    <a:pt x="51572" y="27462"/>
                  </a:lnTo>
                  <a:lnTo>
                    <a:pt x="86156" y="7256"/>
                  </a:lnTo>
                  <a:lnTo>
                    <a:pt x="125984" y="0"/>
                  </a:lnTo>
                  <a:lnTo>
                    <a:pt x="165749" y="7256"/>
                  </a:lnTo>
                  <a:lnTo>
                    <a:pt x="200296" y="27462"/>
                  </a:lnTo>
                  <a:lnTo>
                    <a:pt x="227546" y="58273"/>
                  </a:lnTo>
                  <a:lnTo>
                    <a:pt x="245420" y="97344"/>
                  </a:lnTo>
                  <a:lnTo>
                    <a:pt x="251841" y="142328"/>
                  </a:lnTo>
                  <a:lnTo>
                    <a:pt x="245420" y="187312"/>
                  </a:lnTo>
                  <a:lnTo>
                    <a:pt x="227546" y="226379"/>
                  </a:lnTo>
                  <a:lnTo>
                    <a:pt x="200296" y="257186"/>
                  </a:lnTo>
                  <a:lnTo>
                    <a:pt x="165749" y="277389"/>
                  </a:lnTo>
                  <a:lnTo>
                    <a:pt x="125984" y="284645"/>
                  </a:lnTo>
                  <a:lnTo>
                    <a:pt x="86156" y="277389"/>
                  </a:lnTo>
                  <a:lnTo>
                    <a:pt x="51572" y="257186"/>
                  </a:lnTo>
                  <a:lnTo>
                    <a:pt x="24302" y="226379"/>
                  </a:lnTo>
                  <a:lnTo>
                    <a:pt x="6421" y="187312"/>
                  </a:lnTo>
                  <a:lnTo>
                    <a:pt x="0" y="14232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3" name="object 201"/>
          <p:cNvSpPr txBox="1"/>
          <p:nvPr/>
        </p:nvSpPr>
        <p:spPr>
          <a:xfrm>
            <a:off x="9888728" y="570534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" name="object 202"/>
          <p:cNvSpPr txBox="1"/>
          <p:nvPr/>
        </p:nvSpPr>
        <p:spPr>
          <a:xfrm>
            <a:off x="1005027" y="907602"/>
            <a:ext cx="1070610" cy="65532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415"/>
              </a:spcBef>
            </a:pPr>
            <a:r>
              <a:rPr sz="1800" b="1" u="sng" spc="-10" dirty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1564A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I/P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" name="object 203"/>
          <p:cNvSpPr txBox="1"/>
          <p:nvPr/>
        </p:nvSpPr>
        <p:spPr>
          <a:xfrm>
            <a:off x="1005027" y="2595194"/>
            <a:ext cx="754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Cobot </a:t>
            </a:r>
            <a:r>
              <a:rPr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object 204"/>
          <p:cNvSpPr txBox="1"/>
          <p:nvPr/>
        </p:nvSpPr>
        <p:spPr>
          <a:xfrm>
            <a:off x="1021486" y="3051759"/>
            <a:ext cx="1031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1564A</a:t>
            </a:r>
            <a:r>
              <a:rPr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O/P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7" name="object 205"/>
          <p:cNvGrpSpPr/>
          <p:nvPr/>
        </p:nvGrpSpPr>
        <p:grpSpPr>
          <a:xfrm>
            <a:off x="566038" y="1317625"/>
            <a:ext cx="264795" cy="297815"/>
            <a:chOff x="566038" y="1317625"/>
            <a:chExt cx="264795" cy="297815"/>
          </a:xfrm>
        </p:grpSpPr>
        <p:sp>
          <p:nvSpPr>
            <p:cNvPr id="208" name="object 206"/>
            <p:cNvSpPr/>
            <p:nvPr/>
          </p:nvSpPr>
          <p:spPr>
            <a:xfrm>
              <a:off x="572388" y="132397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5">
                  <a:moveTo>
                    <a:pt x="125958" y="0"/>
                  </a:moveTo>
                  <a:lnTo>
                    <a:pt x="86143" y="7259"/>
                  </a:lnTo>
                  <a:lnTo>
                    <a:pt x="51566" y="27472"/>
                  </a:lnTo>
                  <a:lnTo>
                    <a:pt x="24301" y="58292"/>
                  </a:lnTo>
                  <a:lnTo>
                    <a:pt x="6420" y="97373"/>
                  </a:lnTo>
                  <a:lnTo>
                    <a:pt x="0" y="142366"/>
                  </a:lnTo>
                  <a:lnTo>
                    <a:pt x="6420" y="187347"/>
                  </a:lnTo>
                  <a:lnTo>
                    <a:pt x="24301" y="226396"/>
                  </a:lnTo>
                  <a:lnTo>
                    <a:pt x="51566" y="257179"/>
                  </a:lnTo>
                  <a:lnTo>
                    <a:pt x="86143" y="277360"/>
                  </a:lnTo>
                  <a:lnTo>
                    <a:pt x="125958" y="284607"/>
                  </a:lnTo>
                  <a:lnTo>
                    <a:pt x="165773" y="277360"/>
                  </a:lnTo>
                  <a:lnTo>
                    <a:pt x="200350" y="257179"/>
                  </a:lnTo>
                  <a:lnTo>
                    <a:pt x="227616" y="226396"/>
                  </a:lnTo>
                  <a:lnTo>
                    <a:pt x="245496" y="187347"/>
                  </a:lnTo>
                  <a:lnTo>
                    <a:pt x="251917" y="142366"/>
                  </a:lnTo>
                  <a:lnTo>
                    <a:pt x="245496" y="97373"/>
                  </a:lnTo>
                  <a:lnTo>
                    <a:pt x="227616" y="58292"/>
                  </a:lnTo>
                  <a:lnTo>
                    <a:pt x="200350" y="27472"/>
                  </a:lnTo>
                  <a:lnTo>
                    <a:pt x="165773" y="7259"/>
                  </a:lnTo>
                  <a:lnTo>
                    <a:pt x="12595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9" name="object 207"/>
            <p:cNvSpPr/>
            <p:nvPr/>
          </p:nvSpPr>
          <p:spPr>
            <a:xfrm>
              <a:off x="572388" y="132397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5">
                  <a:moveTo>
                    <a:pt x="0" y="142366"/>
                  </a:moveTo>
                  <a:lnTo>
                    <a:pt x="6420" y="97373"/>
                  </a:lnTo>
                  <a:lnTo>
                    <a:pt x="24301" y="58292"/>
                  </a:lnTo>
                  <a:lnTo>
                    <a:pt x="51566" y="27472"/>
                  </a:lnTo>
                  <a:lnTo>
                    <a:pt x="86143" y="7259"/>
                  </a:lnTo>
                  <a:lnTo>
                    <a:pt x="125958" y="0"/>
                  </a:lnTo>
                  <a:lnTo>
                    <a:pt x="165773" y="7259"/>
                  </a:lnTo>
                  <a:lnTo>
                    <a:pt x="200350" y="27472"/>
                  </a:lnTo>
                  <a:lnTo>
                    <a:pt x="227616" y="58292"/>
                  </a:lnTo>
                  <a:lnTo>
                    <a:pt x="245496" y="97373"/>
                  </a:lnTo>
                  <a:lnTo>
                    <a:pt x="251917" y="142366"/>
                  </a:lnTo>
                  <a:lnTo>
                    <a:pt x="245496" y="187347"/>
                  </a:lnTo>
                  <a:lnTo>
                    <a:pt x="227616" y="226396"/>
                  </a:lnTo>
                  <a:lnTo>
                    <a:pt x="200350" y="257179"/>
                  </a:lnTo>
                  <a:lnTo>
                    <a:pt x="165773" y="277360"/>
                  </a:lnTo>
                  <a:lnTo>
                    <a:pt x="125958" y="284607"/>
                  </a:lnTo>
                  <a:lnTo>
                    <a:pt x="86143" y="277360"/>
                  </a:lnTo>
                  <a:lnTo>
                    <a:pt x="51566" y="257179"/>
                  </a:lnTo>
                  <a:lnTo>
                    <a:pt x="24301" y="226396"/>
                  </a:lnTo>
                  <a:lnTo>
                    <a:pt x="6420" y="187347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0" name="object 208"/>
          <p:cNvSpPr txBox="1"/>
          <p:nvPr/>
        </p:nvSpPr>
        <p:spPr>
          <a:xfrm>
            <a:off x="613968" y="135255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1" name="object 209"/>
          <p:cNvGrpSpPr/>
          <p:nvPr/>
        </p:nvGrpSpPr>
        <p:grpSpPr>
          <a:xfrm>
            <a:off x="566038" y="1759839"/>
            <a:ext cx="264795" cy="297815"/>
            <a:chOff x="566038" y="1759839"/>
            <a:chExt cx="264795" cy="297815"/>
          </a:xfrm>
        </p:grpSpPr>
        <p:sp>
          <p:nvSpPr>
            <p:cNvPr id="212" name="object 210"/>
            <p:cNvSpPr/>
            <p:nvPr/>
          </p:nvSpPr>
          <p:spPr>
            <a:xfrm>
              <a:off x="572388" y="176618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58" y="0"/>
                  </a:moveTo>
                  <a:lnTo>
                    <a:pt x="86143" y="7246"/>
                  </a:lnTo>
                  <a:lnTo>
                    <a:pt x="51566" y="27427"/>
                  </a:lnTo>
                  <a:lnTo>
                    <a:pt x="24301" y="58210"/>
                  </a:lnTo>
                  <a:lnTo>
                    <a:pt x="6420" y="97259"/>
                  </a:lnTo>
                  <a:lnTo>
                    <a:pt x="0" y="142239"/>
                  </a:lnTo>
                  <a:lnTo>
                    <a:pt x="6420" y="187233"/>
                  </a:lnTo>
                  <a:lnTo>
                    <a:pt x="24301" y="226313"/>
                  </a:lnTo>
                  <a:lnTo>
                    <a:pt x="51566" y="257134"/>
                  </a:lnTo>
                  <a:lnTo>
                    <a:pt x="86143" y="277347"/>
                  </a:lnTo>
                  <a:lnTo>
                    <a:pt x="125958" y="284607"/>
                  </a:lnTo>
                  <a:lnTo>
                    <a:pt x="165773" y="277347"/>
                  </a:lnTo>
                  <a:lnTo>
                    <a:pt x="200350" y="257134"/>
                  </a:lnTo>
                  <a:lnTo>
                    <a:pt x="227616" y="226313"/>
                  </a:lnTo>
                  <a:lnTo>
                    <a:pt x="245496" y="187233"/>
                  </a:lnTo>
                  <a:lnTo>
                    <a:pt x="251917" y="142239"/>
                  </a:lnTo>
                  <a:lnTo>
                    <a:pt x="245496" y="97259"/>
                  </a:lnTo>
                  <a:lnTo>
                    <a:pt x="227616" y="58210"/>
                  </a:lnTo>
                  <a:lnTo>
                    <a:pt x="200350" y="27427"/>
                  </a:lnTo>
                  <a:lnTo>
                    <a:pt x="165773" y="7246"/>
                  </a:lnTo>
                  <a:lnTo>
                    <a:pt x="12595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3" name="object 211"/>
            <p:cNvSpPr/>
            <p:nvPr/>
          </p:nvSpPr>
          <p:spPr>
            <a:xfrm>
              <a:off x="572388" y="176618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239"/>
                  </a:moveTo>
                  <a:lnTo>
                    <a:pt x="6420" y="97259"/>
                  </a:lnTo>
                  <a:lnTo>
                    <a:pt x="24301" y="58210"/>
                  </a:lnTo>
                  <a:lnTo>
                    <a:pt x="51566" y="27427"/>
                  </a:lnTo>
                  <a:lnTo>
                    <a:pt x="86143" y="7246"/>
                  </a:lnTo>
                  <a:lnTo>
                    <a:pt x="125958" y="0"/>
                  </a:lnTo>
                  <a:lnTo>
                    <a:pt x="165773" y="7246"/>
                  </a:lnTo>
                  <a:lnTo>
                    <a:pt x="200350" y="27427"/>
                  </a:lnTo>
                  <a:lnTo>
                    <a:pt x="227616" y="58210"/>
                  </a:lnTo>
                  <a:lnTo>
                    <a:pt x="245496" y="97259"/>
                  </a:lnTo>
                  <a:lnTo>
                    <a:pt x="251917" y="142239"/>
                  </a:lnTo>
                  <a:lnTo>
                    <a:pt x="245496" y="187233"/>
                  </a:lnTo>
                  <a:lnTo>
                    <a:pt x="227616" y="226313"/>
                  </a:lnTo>
                  <a:lnTo>
                    <a:pt x="200350" y="257134"/>
                  </a:lnTo>
                  <a:lnTo>
                    <a:pt x="165773" y="277347"/>
                  </a:lnTo>
                  <a:lnTo>
                    <a:pt x="125958" y="284607"/>
                  </a:lnTo>
                  <a:lnTo>
                    <a:pt x="86143" y="277347"/>
                  </a:lnTo>
                  <a:lnTo>
                    <a:pt x="51566" y="257134"/>
                  </a:lnTo>
                  <a:lnTo>
                    <a:pt x="24301" y="226313"/>
                  </a:lnTo>
                  <a:lnTo>
                    <a:pt x="6420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4" name="object 212"/>
          <p:cNvSpPr txBox="1"/>
          <p:nvPr/>
        </p:nvSpPr>
        <p:spPr>
          <a:xfrm>
            <a:off x="613968" y="1601723"/>
            <a:ext cx="1359535" cy="81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225" marR="5080" indent="-391160">
              <a:lnSpc>
                <a:spcPct val="144000"/>
              </a:lnSpc>
              <a:spcBef>
                <a:spcPts val="100"/>
              </a:spcBef>
              <a:tabLst>
                <a:tab pos="403225" algn="l"/>
              </a:tabLst>
            </a:pPr>
            <a:r>
              <a:rPr sz="1800" spc="-37" baseline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sz="1800" baseline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CNC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5" name="object 213"/>
          <p:cNvGrpSpPr/>
          <p:nvPr/>
        </p:nvGrpSpPr>
        <p:grpSpPr>
          <a:xfrm>
            <a:off x="566038" y="2166111"/>
            <a:ext cx="264795" cy="297815"/>
            <a:chOff x="566038" y="2166111"/>
            <a:chExt cx="264795" cy="297815"/>
          </a:xfrm>
        </p:grpSpPr>
        <p:sp>
          <p:nvSpPr>
            <p:cNvPr id="216" name="object 214"/>
            <p:cNvSpPr/>
            <p:nvPr/>
          </p:nvSpPr>
          <p:spPr>
            <a:xfrm>
              <a:off x="572388" y="217246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58" y="0"/>
                  </a:moveTo>
                  <a:lnTo>
                    <a:pt x="86143" y="7259"/>
                  </a:lnTo>
                  <a:lnTo>
                    <a:pt x="51566" y="27472"/>
                  </a:lnTo>
                  <a:lnTo>
                    <a:pt x="24301" y="58292"/>
                  </a:lnTo>
                  <a:lnTo>
                    <a:pt x="6420" y="97373"/>
                  </a:lnTo>
                  <a:lnTo>
                    <a:pt x="0" y="142366"/>
                  </a:lnTo>
                  <a:lnTo>
                    <a:pt x="6420" y="187347"/>
                  </a:lnTo>
                  <a:lnTo>
                    <a:pt x="24301" y="226396"/>
                  </a:lnTo>
                  <a:lnTo>
                    <a:pt x="51566" y="257179"/>
                  </a:lnTo>
                  <a:lnTo>
                    <a:pt x="86143" y="277360"/>
                  </a:lnTo>
                  <a:lnTo>
                    <a:pt x="125958" y="284607"/>
                  </a:lnTo>
                  <a:lnTo>
                    <a:pt x="165773" y="277360"/>
                  </a:lnTo>
                  <a:lnTo>
                    <a:pt x="200350" y="257179"/>
                  </a:lnTo>
                  <a:lnTo>
                    <a:pt x="227616" y="226396"/>
                  </a:lnTo>
                  <a:lnTo>
                    <a:pt x="245496" y="187347"/>
                  </a:lnTo>
                  <a:lnTo>
                    <a:pt x="251917" y="142366"/>
                  </a:lnTo>
                  <a:lnTo>
                    <a:pt x="245496" y="97373"/>
                  </a:lnTo>
                  <a:lnTo>
                    <a:pt x="227616" y="58292"/>
                  </a:lnTo>
                  <a:lnTo>
                    <a:pt x="200350" y="27472"/>
                  </a:lnTo>
                  <a:lnTo>
                    <a:pt x="165773" y="7259"/>
                  </a:lnTo>
                  <a:lnTo>
                    <a:pt x="12595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7" name="object 215"/>
            <p:cNvSpPr/>
            <p:nvPr/>
          </p:nvSpPr>
          <p:spPr>
            <a:xfrm>
              <a:off x="572388" y="217246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366"/>
                  </a:moveTo>
                  <a:lnTo>
                    <a:pt x="6420" y="97373"/>
                  </a:lnTo>
                  <a:lnTo>
                    <a:pt x="24301" y="58292"/>
                  </a:lnTo>
                  <a:lnTo>
                    <a:pt x="51566" y="27472"/>
                  </a:lnTo>
                  <a:lnTo>
                    <a:pt x="86143" y="7259"/>
                  </a:lnTo>
                  <a:lnTo>
                    <a:pt x="125958" y="0"/>
                  </a:lnTo>
                  <a:lnTo>
                    <a:pt x="165773" y="7259"/>
                  </a:lnTo>
                  <a:lnTo>
                    <a:pt x="200350" y="27472"/>
                  </a:lnTo>
                  <a:lnTo>
                    <a:pt x="227616" y="58292"/>
                  </a:lnTo>
                  <a:lnTo>
                    <a:pt x="245496" y="97373"/>
                  </a:lnTo>
                  <a:lnTo>
                    <a:pt x="251917" y="142366"/>
                  </a:lnTo>
                  <a:lnTo>
                    <a:pt x="245496" y="187347"/>
                  </a:lnTo>
                  <a:lnTo>
                    <a:pt x="227616" y="226396"/>
                  </a:lnTo>
                  <a:lnTo>
                    <a:pt x="200350" y="257179"/>
                  </a:lnTo>
                  <a:lnTo>
                    <a:pt x="165773" y="277360"/>
                  </a:lnTo>
                  <a:lnTo>
                    <a:pt x="125958" y="284607"/>
                  </a:lnTo>
                  <a:lnTo>
                    <a:pt x="86143" y="277360"/>
                  </a:lnTo>
                  <a:lnTo>
                    <a:pt x="51566" y="257179"/>
                  </a:lnTo>
                  <a:lnTo>
                    <a:pt x="24301" y="226396"/>
                  </a:lnTo>
                  <a:lnTo>
                    <a:pt x="6420" y="187347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8" name="object 216"/>
          <p:cNvSpPr txBox="1"/>
          <p:nvPr/>
        </p:nvSpPr>
        <p:spPr>
          <a:xfrm>
            <a:off x="613968" y="220103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9" name="object 217"/>
          <p:cNvGrpSpPr/>
          <p:nvPr/>
        </p:nvGrpSpPr>
        <p:grpSpPr>
          <a:xfrm>
            <a:off x="554697" y="2650489"/>
            <a:ext cx="264795" cy="297815"/>
            <a:chOff x="554697" y="2650489"/>
            <a:chExt cx="264795" cy="297815"/>
          </a:xfrm>
        </p:grpSpPr>
        <p:sp>
          <p:nvSpPr>
            <p:cNvPr id="220" name="object 218"/>
            <p:cNvSpPr/>
            <p:nvPr/>
          </p:nvSpPr>
          <p:spPr>
            <a:xfrm>
              <a:off x="561047" y="265683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58" y="0"/>
                  </a:moveTo>
                  <a:lnTo>
                    <a:pt x="86148" y="7258"/>
                  </a:lnTo>
                  <a:lnTo>
                    <a:pt x="51572" y="27464"/>
                  </a:lnTo>
                  <a:lnTo>
                    <a:pt x="24304" y="58265"/>
                  </a:lnTo>
                  <a:lnTo>
                    <a:pt x="6422" y="97308"/>
                  </a:lnTo>
                  <a:lnTo>
                    <a:pt x="0" y="142239"/>
                  </a:lnTo>
                  <a:lnTo>
                    <a:pt x="6422" y="187233"/>
                  </a:lnTo>
                  <a:lnTo>
                    <a:pt x="24304" y="226313"/>
                  </a:lnTo>
                  <a:lnTo>
                    <a:pt x="51572" y="257134"/>
                  </a:lnTo>
                  <a:lnTo>
                    <a:pt x="86148" y="277347"/>
                  </a:lnTo>
                  <a:lnTo>
                    <a:pt x="125958" y="284607"/>
                  </a:lnTo>
                  <a:lnTo>
                    <a:pt x="165774" y="277347"/>
                  </a:lnTo>
                  <a:lnTo>
                    <a:pt x="200354" y="257134"/>
                  </a:lnTo>
                  <a:lnTo>
                    <a:pt x="227624" y="226313"/>
                  </a:lnTo>
                  <a:lnTo>
                    <a:pt x="245507" y="187233"/>
                  </a:lnTo>
                  <a:lnTo>
                    <a:pt x="251929" y="142239"/>
                  </a:lnTo>
                  <a:lnTo>
                    <a:pt x="245507" y="97308"/>
                  </a:lnTo>
                  <a:lnTo>
                    <a:pt x="227624" y="58265"/>
                  </a:lnTo>
                  <a:lnTo>
                    <a:pt x="200354" y="27464"/>
                  </a:lnTo>
                  <a:lnTo>
                    <a:pt x="165774" y="7258"/>
                  </a:lnTo>
                  <a:lnTo>
                    <a:pt x="12595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1" name="object 219"/>
            <p:cNvSpPr/>
            <p:nvPr/>
          </p:nvSpPr>
          <p:spPr>
            <a:xfrm>
              <a:off x="561047" y="2656839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239"/>
                  </a:moveTo>
                  <a:lnTo>
                    <a:pt x="6422" y="97308"/>
                  </a:lnTo>
                  <a:lnTo>
                    <a:pt x="24304" y="58265"/>
                  </a:lnTo>
                  <a:lnTo>
                    <a:pt x="51572" y="27464"/>
                  </a:lnTo>
                  <a:lnTo>
                    <a:pt x="86148" y="7258"/>
                  </a:lnTo>
                  <a:lnTo>
                    <a:pt x="125958" y="0"/>
                  </a:lnTo>
                  <a:lnTo>
                    <a:pt x="165774" y="7258"/>
                  </a:lnTo>
                  <a:lnTo>
                    <a:pt x="200354" y="27464"/>
                  </a:lnTo>
                  <a:lnTo>
                    <a:pt x="227624" y="58265"/>
                  </a:lnTo>
                  <a:lnTo>
                    <a:pt x="245507" y="97308"/>
                  </a:lnTo>
                  <a:lnTo>
                    <a:pt x="251929" y="142239"/>
                  </a:lnTo>
                  <a:lnTo>
                    <a:pt x="245507" y="187233"/>
                  </a:lnTo>
                  <a:lnTo>
                    <a:pt x="227624" y="226313"/>
                  </a:lnTo>
                  <a:lnTo>
                    <a:pt x="200354" y="257134"/>
                  </a:lnTo>
                  <a:lnTo>
                    <a:pt x="165774" y="277347"/>
                  </a:lnTo>
                  <a:lnTo>
                    <a:pt x="125958" y="284607"/>
                  </a:lnTo>
                  <a:lnTo>
                    <a:pt x="86148" y="277347"/>
                  </a:lnTo>
                  <a:lnTo>
                    <a:pt x="51572" y="257134"/>
                  </a:lnTo>
                  <a:lnTo>
                    <a:pt x="24304" y="226313"/>
                  </a:lnTo>
                  <a:lnTo>
                    <a:pt x="6422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2" name="object 220"/>
          <p:cNvSpPr txBox="1"/>
          <p:nvPr/>
        </p:nvSpPr>
        <p:spPr>
          <a:xfrm>
            <a:off x="602691" y="2685415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3" name="object 221"/>
          <p:cNvGrpSpPr/>
          <p:nvPr/>
        </p:nvGrpSpPr>
        <p:grpSpPr>
          <a:xfrm>
            <a:off x="7541641" y="4861433"/>
            <a:ext cx="264795" cy="297815"/>
            <a:chOff x="7541641" y="4861433"/>
            <a:chExt cx="264795" cy="297815"/>
          </a:xfrm>
        </p:grpSpPr>
        <p:sp>
          <p:nvSpPr>
            <p:cNvPr id="224" name="object 222"/>
            <p:cNvSpPr/>
            <p:nvPr/>
          </p:nvSpPr>
          <p:spPr>
            <a:xfrm>
              <a:off x="7547991" y="486778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3"/>
                  </a:lnTo>
                  <a:lnTo>
                    <a:pt x="6421" y="97373"/>
                  </a:lnTo>
                  <a:lnTo>
                    <a:pt x="0" y="142367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7"/>
                  </a:lnTo>
                  <a:lnTo>
                    <a:pt x="165749" y="277360"/>
                  </a:lnTo>
                  <a:lnTo>
                    <a:pt x="200296" y="257179"/>
                  </a:lnTo>
                  <a:lnTo>
                    <a:pt x="227546" y="226396"/>
                  </a:lnTo>
                  <a:lnTo>
                    <a:pt x="245420" y="187347"/>
                  </a:lnTo>
                  <a:lnTo>
                    <a:pt x="251840" y="142367"/>
                  </a:lnTo>
                  <a:lnTo>
                    <a:pt x="245420" y="97373"/>
                  </a:lnTo>
                  <a:lnTo>
                    <a:pt x="227546" y="58293"/>
                  </a:lnTo>
                  <a:lnTo>
                    <a:pt x="200296" y="27472"/>
                  </a:lnTo>
                  <a:lnTo>
                    <a:pt x="165749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" name="object 223"/>
            <p:cNvSpPr/>
            <p:nvPr/>
          </p:nvSpPr>
          <p:spPr>
            <a:xfrm>
              <a:off x="7547991" y="486778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1" y="97373"/>
                  </a:lnTo>
                  <a:lnTo>
                    <a:pt x="24302" y="58293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749" y="7259"/>
                  </a:lnTo>
                  <a:lnTo>
                    <a:pt x="200296" y="27472"/>
                  </a:lnTo>
                  <a:lnTo>
                    <a:pt x="227546" y="58293"/>
                  </a:lnTo>
                  <a:lnTo>
                    <a:pt x="245420" y="97373"/>
                  </a:lnTo>
                  <a:lnTo>
                    <a:pt x="251840" y="142367"/>
                  </a:lnTo>
                  <a:lnTo>
                    <a:pt x="245420" y="187347"/>
                  </a:lnTo>
                  <a:lnTo>
                    <a:pt x="227546" y="226396"/>
                  </a:lnTo>
                  <a:lnTo>
                    <a:pt x="200296" y="257179"/>
                  </a:lnTo>
                  <a:lnTo>
                    <a:pt x="165749" y="277360"/>
                  </a:lnTo>
                  <a:lnTo>
                    <a:pt x="125983" y="284607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6" name="object 224"/>
          <p:cNvSpPr txBox="1"/>
          <p:nvPr/>
        </p:nvSpPr>
        <p:spPr>
          <a:xfrm>
            <a:off x="7590281" y="489699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7" name="object 147"/>
          <p:cNvSpPr txBox="1"/>
          <p:nvPr/>
        </p:nvSpPr>
        <p:spPr>
          <a:xfrm>
            <a:off x="8427783" y="3241738"/>
            <a:ext cx="617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 smtClean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b="1" u="sng" spc="-10" dirty="0" smtClean="0">
                <a:solidFill>
                  <a:srgbClr val="FF6600"/>
                </a:solidFill>
                <a:uFill>
                  <a:solidFill>
                    <a:srgbClr val="FF66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563</a:t>
            </a:r>
            <a:endParaRPr sz="1800" b="1" u="sng" spc="-10" dirty="0">
              <a:solidFill>
                <a:srgbClr val="FF6600"/>
              </a:solidFill>
              <a:uFill>
                <a:solidFill>
                  <a:srgbClr val="FF6600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471931" y="1414145"/>
            <a:ext cx="6115685" cy="4131310"/>
            <a:chOff x="471931" y="1151255"/>
            <a:chExt cx="6115685" cy="413131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1931" y="1151255"/>
              <a:ext cx="6115177" cy="4130929"/>
            </a:xfrm>
            <a:prstGeom prst="rect">
              <a:avLst/>
            </a:prstGeom>
          </p:spPr>
        </p:pic>
        <p:sp>
          <p:nvSpPr>
            <p:cNvPr id="8" name="object 4"/>
            <p:cNvSpPr/>
            <p:nvPr/>
          </p:nvSpPr>
          <p:spPr>
            <a:xfrm>
              <a:off x="1704212" y="232092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856" y="0"/>
                  </a:moveTo>
                  <a:lnTo>
                    <a:pt x="86091" y="7259"/>
                  </a:lnTo>
                  <a:lnTo>
                    <a:pt x="51544" y="27472"/>
                  </a:lnTo>
                  <a:lnTo>
                    <a:pt x="24294" y="58292"/>
                  </a:lnTo>
                  <a:lnTo>
                    <a:pt x="6420" y="97373"/>
                  </a:lnTo>
                  <a:lnTo>
                    <a:pt x="0" y="142366"/>
                  </a:lnTo>
                  <a:lnTo>
                    <a:pt x="6420" y="187360"/>
                  </a:lnTo>
                  <a:lnTo>
                    <a:pt x="24294" y="226440"/>
                  </a:lnTo>
                  <a:lnTo>
                    <a:pt x="51544" y="257261"/>
                  </a:lnTo>
                  <a:lnTo>
                    <a:pt x="86091" y="277474"/>
                  </a:lnTo>
                  <a:lnTo>
                    <a:pt x="125856" y="284734"/>
                  </a:lnTo>
                  <a:lnTo>
                    <a:pt x="165684" y="277474"/>
                  </a:lnTo>
                  <a:lnTo>
                    <a:pt x="200268" y="257261"/>
                  </a:lnTo>
                  <a:lnTo>
                    <a:pt x="227538" y="226440"/>
                  </a:lnTo>
                  <a:lnTo>
                    <a:pt x="245419" y="187360"/>
                  </a:lnTo>
                  <a:lnTo>
                    <a:pt x="251841" y="142366"/>
                  </a:lnTo>
                  <a:lnTo>
                    <a:pt x="245419" y="97373"/>
                  </a:lnTo>
                  <a:lnTo>
                    <a:pt x="227538" y="58292"/>
                  </a:lnTo>
                  <a:lnTo>
                    <a:pt x="200268" y="27472"/>
                  </a:lnTo>
                  <a:lnTo>
                    <a:pt x="165684" y="7259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bject 5"/>
            <p:cNvSpPr/>
            <p:nvPr/>
          </p:nvSpPr>
          <p:spPr>
            <a:xfrm>
              <a:off x="1704212" y="2320925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366"/>
                  </a:moveTo>
                  <a:lnTo>
                    <a:pt x="6420" y="97373"/>
                  </a:lnTo>
                  <a:lnTo>
                    <a:pt x="24294" y="58292"/>
                  </a:lnTo>
                  <a:lnTo>
                    <a:pt x="51544" y="27472"/>
                  </a:lnTo>
                  <a:lnTo>
                    <a:pt x="86091" y="7259"/>
                  </a:lnTo>
                  <a:lnTo>
                    <a:pt x="125856" y="0"/>
                  </a:lnTo>
                  <a:lnTo>
                    <a:pt x="165684" y="7259"/>
                  </a:lnTo>
                  <a:lnTo>
                    <a:pt x="200268" y="27472"/>
                  </a:lnTo>
                  <a:lnTo>
                    <a:pt x="227538" y="58292"/>
                  </a:lnTo>
                  <a:lnTo>
                    <a:pt x="245419" y="97373"/>
                  </a:lnTo>
                  <a:lnTo>
                    <a:pt x="251841" y="142366"/>
                  </a:lnTo>
                  <a:lnTo>
                    <a:pt x="245419" y="187360"/>
                  </a:lnTo>
                  <a:lnTo>
                    <a:pt x="227538" y="226440"/>
                  </a:lnTo>
                  <a:lnTo>
                    <a:pt x="200268" y="257261"/>
                  </a:lnTo>
                  <a:lnTo>
                    <a:pt x="165684" y="277474"/>
                  </a:lnTo>
                  <a:lnTo>
                    <a:pt x="125856" y="284734"/>
                  </a:lnTo>
                  <a:lnTo>
                    <a:pt x="86091" y="277474"/>
                  </a:lnTo>
                  <a:lnTo>
                    <a:pt x="51544" y="257261"/>
                  </a:lnTo>
                  <a:lnTo>
                    <a:pt x="24294" y="226440"/>
                  </a:lnTo>
                  <a:lnTo>
                    <a:pt x="6420" y="187360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83207" y="26032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71265" y="4900041"/>
            <a:ext cx="264795" cy="297815"/>
            <a:chOff x="3271265" y="4637151"/>
            <a:chExt cx="264795" cy="297815"/>
          </a:xfrm>
        </p:grpSpPr>
        <p:sp>
          <p:nvSpPr>
            <p:cNvPr id="12" name="object 12"/>
            <p:cNvSpPr/>
            <p:nvPr/>
          </p:nvSpPr>
          <p:spPr>
            <a:xfrm>
              <a:off x="3277615" y="464350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8"/>
                  </a:lnTo>
                  <a:lnTo>
                    <a:pt x="51572" y="27464"/>
                  </a:lnTo>
                  <a:lnTo>
                    <a:pt x="24302" y="58265"/>
                  </a:lnTo>
                  <a:lnTo>
                    <a:pt x="6421" y="97308"/>
                  </a:lnTo>
                  <a:lnTo>
                    <a:pt x="0" y="142240"/>
                  </a:lnTo>
                  <a:lnTo>
                    <a:pt x="6421" y="187233"/>
                  </a:lnTo>
                  <a:lnTo>
                    <a:pt x="24302" y="226314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4" y="284606"/>
                  </a:lnTo>
                  <a:lnTo>
                    <a:pt x="165749" y="277347"/>
                  </a:lnTo>
                  <a:lnTo>
                    <a:pt x="200296" y="257134"/>
                  </a:lnTo>
                  <a:lnTo>
                    <a:pt x="227546" y="226314"/>
                  </a:lnTo>
                  <a:lnTo>
                    <a:pt x="245420" y="187233"/>
                  </a:lnTo>
                  <a:lnTo>
                    <a:pt x="251841" y="142240"/>
                  </a:lnTo>
                  <a:lnTo>
                    <a:pt x="245420" y="97308"/>
                  </a:lnTo>
                  <a:lnTo>
                    <a:pt x="227546" y="58265"/>
                  </a:lnTo>
                  <a:lnTo>
                    <a:pt x="200296" y="27464"/>
                  </a:lnTo>
                  <a:lnTo>
                    <a:pt x="165749" y="7258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277615" y="464350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40"/>
                  </a:moveTo>
                  <a:lnTo>
                    <a:pt x="6421" y="97308"/>
                  </a:lnTo>
                  <a:lnTo>
                    <a:pt x="24302" y="58265"/>
                  </a:lnTo>
                  <a:lnTo>
                    <a:pt x="51572" y="27464"/>
                  </a:lnTo>
                  <a:lnTo>
                    <a:pt x="86156" y="7258"/>
                  </a:lnTo>
                  <a:lnTo>
                    <a:pt x="125984" y="0"/>
                  </a:lnTo>
                  <a:lnTo>
                    <a:pt x="165749" y="7258"/>
                  </a:lnTo>
                  <a:lnTo>
                    <a:pt x="200296" y="27464"/>
                  </a:lnTo>
                  <a:lnTo>
                    <a:pt x="227546" y="58265"/>
                  </a:lnTo>
                  <a:lnTo>
                    <a:pt x="245420" y="97308"/>
                  </a:lnTo>
                  <a:lnTo>
                    <a:pt x="251841" y="142240"/>
                  </a:lnTo>
                  <a:lnTo>
                    <a:pt x="245420" y="187233"/>
                  </a:lnTo>
                  <a:lnTo>
                    <a:pt x="227546" y="226314"/>
                  </a:lnTo>
                  <a:lnTo>
                    <a:pt x="200296" y="257134"/>
                  </a:lnTo>
                  <a:lnTo>
                    <a:pt x="165749" y="277347"/>
                  </a:lnTo>
                  <a:lnTo>
                    <a:pt x="125984" y="284606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4"/>
                  </a:lnTo>
                  <a:lnTo>
                    <a:pt x="6421" y="187233"/>
                  </a:lnTo>
                  <a:lnTo>
                    <a:pt x="0" y="14224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56864" y="494474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60244" y="3621278"/>
            <a:ext cx="264795" cy="297815"/>
            <a:chOff x="2460244" y="3358388"/>
            <a:chExt cx="264795" cy="297815"/>
          </a:xfrm>
        </p:grpSpPr>
        <p:sp>
          <p:nvSpPr>
            <p:cNvPr id="16" name="object 16"/>
            <p:cNvSpPr/>
            <p:nvPr/>
          </p:nvSpPr>
          <p:spPr>
            <a:xfrm>
              <a:off x="2466594" y="336473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347"/>
                  </a:lnTo>
                  <a:lnTo>
                    <a:pt x="24302" y="226396"/>
                  </a:lnTo>
                  <a:lnTo>
                    <a:pt x="51572" y="257179"/>
                  </a:lnTo>
                  <a:lnTo>
                    <a:pt x="86156" y="277360"/>
                  </a:lnTo>
                  <a:lnTo>
                    <a:pt x="125983" y="284606"/>
                  </a:lnTo>
                  <a:lnTo>
                    <a:pt x="165811" y="277360"/>
                  </a:lnTo>
                  <a:lnTo>
                    <a:pt x="200395" y="257179"/>
                  </a:lnTo>
                  <a:lnTo>
                    <a:pt x="227665" y="226396"/>
                  </a:lnTo>
                  <a:lnTo>
                    <a:pt x="245546" y="187347"/>
                  </a:lnTo>
                  <a:lnTo>
                    <a:pt x="251968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466594" y="336473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8" y="142366"/>
                  </a:lnTo>
                  <a:lnTo>
                    <a:pt x="245546" y="187347"/>
                  </a:lnTo>
                  <a:lnTo>
                    <a:pt x="227665" y="226396"/>
                  </a:lnTo>
                  <a:lnTo>
                    <a:pt x="200395" y="257179"/>
                  </a:lnTo>
                  <a:lnTo>
                    <a:pt x="165811" y="277360"/>
                  </a:lnTo>
                  <a:lnTo>
                    <a:pt x="125983" y="284606"/>
                  </a:lnTo>
                  <a:lnTo>
                    <a:pt x="86156" y="277360"/>
                  </a:lnTo>
                  <a:lnTo>
                    <a:pt x="51572" y="257179"/>
                  </a:lnTo>
                  <a:lnTo>
                    <a:pt x="24302" y="226396"/>
                  </a:lnTo>
                  <a:lnTo>
                    <a:pt x="6421" y="187347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45842" y="36657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07486" y="3389503"/>
            <a:ext cx="264795" cy="297815"/>
            <a:chOff x="3007486" y="3126613"/>
            <a:chExt cx="264795" cy="297815"/>
          </a:xfrm>
        </p:grpSpPr>
        <p:sp>
          <p:nvSpPr>
            <p:cNvPr id="20" name="object 20"/>
            <p:cNvSpPr/>
            <p:nvPr/>
          </p:nvSpPr>
          <p:spPr>
            <a:xfrm>
              <a:off x="3013836" y="313296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298"/>
                  </a:lnTo>
                  <a:lnTo>
                    <a:pt x="24302" y="226341"/>
                  </a:lnTo>
                  <a:lnTo>
                    <a:pt x="51572" y="257142"/>
                  </a:lnTo>
                  <a:lnTo>
                    <a:pt x="86156" y="277348"/>
                  </a:lnTo>
                  <a:lnTo>
                    <a:pt x="125983" y="284607"/>
                  </a:lnTo>
                  <a:lnTo>
                    <a:pt x="165811" y="277348"/>
                  </a:lnTo>
                  <a:lnTo>
                    <a:pt x="200395" y="257142"/>
                  </a:lnTo>
                  <a:lnTo>
                    <a:pt x="227665" y="226341"/>
                  </a:lnTo>
                  <a:lnTo>
                    <a:pt x="245546" y="187298"/>
                  </a:lnTo>
                  <a:lnTo>
                    <a:pt x="251967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013836" y="3132963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3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7" y="142366"/>
                  </a:lnTo>
                  <a:lnTo>
                    <a:pt x="245546" y="187298"/>
                  </a:lnTo>
                  <a:lnTo>
                    <a:pt x="227665" y="226341"/>
                  </a:lnTo>
                  <a:lnTo>
                    <a:pt x="200395" y="257142"/>
                  </a:lnTo>
                  <a:lnTo>
                    <a:pt x="165811" y="277348"/>
                  </a:lnTo>
                  <a:lnTo>
                    <a:pt x="125983" y="284607"/>
                  </a:lnTo>
                  <a:lnTo>
                    <a:pt x="86156" y="277348"/>
                  </a:lnTo>
                  <a:lnTo>
                    <a:pt x="51572" y="257142"/>
                  </a:lnTo>
                  <a:lnTo>
                    <a:pt x="24302" y="226341"/>
                  </a:lnTo>
                  <a:lnTo>
                    <a:pt x="6421" y="187298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92957" y="343382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49121" y="4604257"/>
            <a:ext cx="264795" cy="297815"/>
            <a:chOff x="1349121" y="4341367"/>
            <a:chExt cx="264795" cy="297815"/>
          </a:xfrm>
        </p:grpSpPr>
        <p:sp>
          <p:nvSpPr>
            <p:cNvPr id="24" name="object 24"/>
            <p:cNvSpPr/>
            <p:nvPr/>
          </p:nvSpPr>
          <p:spPr>
            <a:xfrm>
              <a:off x="1355471" y="4347717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125984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298"/>
                  </a:lnTo>
                  <a:lnTo>
                    <a:pt x="24302" y="226341"/>
                  </a:lnTo>
                  <a:lnTo>
                    <a:pt x="51572" y="257142"/>
                  </a:lnTo>
                  <a:lnTo>
                    <a:pt x="86156" y="277348"/>
                  </a:lnTo>
                  <a:lnTo>
                    <a:pt x="125984" y="284606"/>
                  </a:lnTo>
                  <a:lnTo>
                    <a:pt x="165811" y="277348"/>
                  </a:lnTo>
                  <a:lnTo>
                    <a:pt x="200395" y="257142"/>
                  </a:lnTo>
                  <a:lnTo>
                    <a:pt x="227665" y="226341"/>
                  </a:lnTo>
                  <a:lnTo>
                    <a:pt x="245546" y="187298"/>
                  </a:lnTo>
                  <a:lnTo>
                    <a:pt x="251967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355471" y="4347717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4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4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7" y="142366"/>
                  </a:lnTo>
                  <a:lnTo>
                    <a:pt x="245546" y="187298"/>
                  </a:lnTo>
                  <a:lnTo>
                    <a:pt x="227665" y="226341"/>
                  </a:lnTo>
                  <a:lnTo>
                    <a:pt x="200395" y="257142"/>
                  </a:lnTo>
                  <a:lnTo>
                    <a:pt x="165811" y="277348"/>
                  </a:lnTo>
                  <a:lnTo>
                    <a:pt x="125984" y="284606"/>
                  </a:lnTo>
                  <a:lnTo>
                    <a:pt x="86156" y="277348"/>
                  </a:lnTo>
                  <a:lnTo>
                    <a:pt x="51572" y="257142"/>
                  </a:lnTo>
                  <a:lnTo>
                    <a:pt x="24302" y="226341"/>
                  </a:lnTo>
                  <a:lnTo>
                    <a:pt x="6421" y="187298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34464" y="463016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74812" y="1249298"/>
            <a:ext cx="1507490" cy="2125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" marR="5080" indent="39370" algn="just">
              <a:lnSpc>
                <a:spcPct val="156000"/>
              </a:lnSpc>
              <a:spcBef>
                <a:spcPts val="105"/>
              </a:spcBef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b="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Input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50" dirty="0"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b="1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5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955" marR="176530" indent="-8890">
              <a:lnSpc>
                <a:spcPct val="142000"/>
              </a:lnSpc>
              <a:spcBef>
                <a:spcPts val="295"/>
              </a:spcBef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Cobot</a:t>
            </a:r>
            <a:r>
              <a:rPr sz="1800" b="1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60" dirty="0"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800" b="1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45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49438" y="1847595"/>
            <a:ext cx="264795" cy="297815"/>
            <a:chOff x="6821423" y="1657730"/>
            <a:chExt cx="264795" cy="297815"/>
          </a:xfrm>
        </p:grpSpPr>
        <p:sp>
          <p:nvSpPr>
            <p:cNvPr id="29" name="object 29"/>
            <p:cNvSpPr/>
            <p:nvPr/>
          </p:nvSpPr>
          <p:spPr>
            <a:xfrm>
              <a:off x="6827773" y="166408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091" y="7259"/>
                  </a:lnTo>
                  <a:lnTo>
                    <a:pt x="51544" y="27472"/>
                  </a:lnTo>
                  <a:lnTo>
                    <a:pt x="24294" y="58293"/>
                  </a:lnTo>
                  <a:lnTo>
                    <a:pt x="6420" y="97373"/>
                  </a:lnTo>
                  <a:lnTo>
                    <a:pt x="0" y="142367"/>
                  </a:lnTo>
                  <a:lnTo>
                    <a:pt x="6420" y="187347"/>
                  </a:lnTo>
                  <a:lnTo>
                    <a:pt x="24294" y="226396"/>
                  </a:lnTo>
                  <a:lnTo>
                    <a:pt x="51544" y="257179"/>
                  </a:lnTo>
                  <a:lnTo>
                    <a:pt x="86091" y="277360"/>
                  </a:lnTo>
                  <a:lnTo>
                    <a:pt x="125856" y="284607"/>
                  </a:lnTo>
                  <a:lnTo>
                    <a:pt x="165684" y="277360"/>
                  </a:lnTo>
                  <a:lnTo>
                    <a:pt x="200268" y="257179"/>
                  </a:lnTo>
                  <a:lnTo>
                    <a:pt x="227538" y="226396"/>
                  </a:lnTo>
                  <a:lnTo>
                    <a:pt x="245419" y="187347"/>
                  </a:lnTo>
                  <a:lnTo>
                    <a:pt x="251841" y="142367"/>
                  </a:lnTo>
                  <a:lnTo>
                    <a:pt x="245419" y="97373"/>
                  </a:lnTo>
                  <a:lnTo>
                    <a:pt x="227538" y="58293"/>
                  </a:lnTo>
                  <a:lnTo>
                    <a:pt x="200268" y="27472"/>
                  </a:lnTo>
                  <a:lnTo>
                    <a:pt x="165684" y="7259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827773" y="166408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0" y="97373"/>
                  </a:lnTo>
                  <a:lnTo>
                    <a:pt x="24294" y="58293"/>
                  </a:lnTo>
                  <a:lnTo>
                    <a:pt x="51544" y="27472"/>
                  </a:lnTo>
                  <a:lnTo>
                    <a:pt x="86091" y="7259"/>
                  </a:lnTo>
                  <a:lnTo>
                    <a:pt x="125856" y="0"/>
                  </a:lnTo>
                  <a:lnTo>
                    <a:pt x="165684" y="7259"/>
                  </a:lnTo>
                  <a:lnTo>
                    <a:pt x="200268" y="27472"/>
                  </a:lnTo>
                  <a:lnTo>
                    <a:pt x="227538" y="58293"/>
                  </a:lnTo>
                  <a:lnTo>
                    <a:pt x="245419" y="97373"/>
                  </a:lnTo>
                  <a:lnTo>
                    <a:pt x="251841" y="142367"/>
                  </a:lnTo>
                  <a:lnTo>
                    <a:pt x="245419" y="187347"/>
                  </a:lnTo>
                  <a:lnTo>
                    <a:pt x="227538" y="226396"/>
                  </a:lnTo>
                  <a:lnTo>
                    <a:pt x="200268" y="257179"/>
                  </a:lnTo>
                  <a:lnTo>
                    <a:pt x="165684" y="277360"/>
                  </a:lnTo>
                  <a:lnTo>
                    <a:pt x="125856" y="284607"/>
                  </a:lnTo>
                  <a:lnTo>
                    <a:pt x="86091" y="277360"/>
                  </a:lnTo>
                  <a:lnTo>
                    <a:pt x="51544" y="257179"/>
                  </a:lnTo>
                  <a:lnTo>
                    <a:pt x="24294" y="226396"/>
                  </a:lnTo>
                  <a:lnTo>
                    <a:pt x="6420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35545" y="187312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49438" y="2259965"/>
            <a:ext cx="264795" cy="297815"/>
            <a:chOff x="6821423" y="2070100"/>
            <a:chExt cx="264795" cy="297815"/>
          </a:xfrm>
        </p:grpSpPr>
        <p:sp>
          <p:nvSpPr>
            <p:cNvPr id="33" name="object 33"/>
            <p:cNvSpPr/>
            <p:nvPr/>
          </p:nvSpPr>
          <p:spPr>
            <a:xfrm>
              <a:off x="6827773" y="207645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091" y="7259"/>
                  </a:lnTo>
                  <a:lnTo>
                    <a:pt x="51544" y="27472"/>
                  </a:lnTo>
                  <a:lnTo>
                    <a:pt x="24294" y="58292"/>
                  </a:lnTo>
                  <a:lnTo>
                    <a:pt x="6420" y="97373"/>
                  </a:lnTo>
                  <a:lnTo>
                    <a:pt x="0" y="142366"/>
                  </a:lnTo>
                  <a:lnTo>
                    <a:pt x="6420" y="187360"/>
                  </a:lnTo>
                  <a:lnTo>
                    <a:pt x="24294" y="226440"/>
                  </a:lnTo>
                  <a:lnTo>
                    <a:pt x="51544" y="257261"/>
                  </a:lnTo>
                  <a:lnTo>
                    <a:pt x="86091" y="277474"/>
                  </a:lnTo>
                  <a:lnTo>
                    <a:pt x="125856" y="284734"/>
                  </a:lnTo>
                  <a:lnTo>
                    <a:pt x="165684" y="277474"/>
                  </a:lnTo>
                  <a:lnTo>
                    <a:pt x="200268" y="257261"/>
                  </a:lnTo>
                  <a:lnTo>
                    <a:pt x="227538" y="226440"/>
                  </a:lnTo>
                  <a:lnTo>
                    <a:pt x="245419" y="187360"/>
                  </a:lnTo>
                  <a:lnTo>
                    <a:pt x="251841" y="142366"/>
                  </a:lnTo>
                  <a:lnTo>
                    <a:pt x="245419" y="97373"/>
                  </a:lnTo>
                  <a:lnTo>
                    <a:pt x="227538" y="58292"/>
                  </a:lnTo>
                  <a:lnTo>
                    <a:pt x="200268" y="27472"/>
                  </a:lnTo>
                  <a:lnTo>
                    <a:pt x="165684" y="7259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827773" y="2076450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0" y="97373"/>
                  </a:lnTo>
                  <a:lnTo>
                    <a:pt x="24294" y="58292"/>
                  </a:lnTo>
                  <a:lnTo>
                    <a:pt x="51544" y="27472"/>
                  </a:lnTo>
                  <a:lnTo>
                    <a:pt x="86091" y="7259"/>
                  </a:lnTo>
                  <a:lnTo>
                    <a:pt x="125856" y="0"/>
                  </a:lnTo>
                  <a:lnTo>
                    <a:pt x="165684" y="7259"/>
                  </a:lnTo>
                  <a:lnTo>
                    <a:pt x="200268" y="27472"/>
                  </a:lnTo>
                  <a:lnTo>
                    <a:pt x="227538" y="58292"/>
                  </a:lnTo>
                  <a:lnTo>
                    <a:pt x="245419" y="97373"/>
                  </a:lnTo>
                  <a:lnTo>
                    <a:pt x="251841" y="142366"/>
                  </a:lnTo>
                  <a:lnTo>
                    <a:pt x="245419" y="187360"/>
                  </a:lnTo>
                  <a:lnTo>
                    <a:pt x="227538" y="226440"/>
                  </a:lnTo>
                  <a:lnTo>
                    <a:pt x="200268" y="257261"/>
                  </a:lnTo>
                  <a:lnTo>
                    <a:pt x="165684" y="277474"/>
                  </a:lnTo>
                  <a:lnTo>
                    <a:pt x="125856" y="284734"/>
                  </a:lnTo>
                  <a:lnTo>
                    <a:pt x="86091" y="277474"/>
                  </a:lnTo>
                  <a:lnTo>
                    <a:pt x="51544" y="257261"/>
                  </a:lnTo>
                  <a:lnTo>
                    <a:pt x="24294" y="226440"/>
                  </a:lnTo>
                  <a:lnTo>
                    <a:pt x="6420" y="187360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535545" y="230441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449438" y="2680207"/>
            <a:ext cx="264795" cy="297815"/>
            <a:chOff x="6821423" y="2490342"/>
            <a:chExt cx="264795" cy="297815"/>
          </a:xfrm>
        </p:grpSpPr>
        <p:sp>
          <p:nvSpPr>
            <p:cNvPr id="37" name="object 37"/>
            <p:cNvSpPr/>
            <p:nvPr/>
          </p:nvSpPr>
          <p:spPr>
            <a:xfrm>
              <a:off x="6827773" y="249669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856" y="0"/>
                  </a:moveTo>
                  <a:lnTo>
                    <a:pt x="86091" y="7259"/>
                  </a:lnTo>
                  <a:lnTo>
                    <a:pt x="51544" y="27472"/>
                  </a:lnTo>
                  <a:lnTo>
                    <a:pt x="24294" y="58293"/>
                  </a:lnTo>
                  <a:lnTo>
                    <a:pt x="6420" y="97373"/>
                  </a:lnTo>
                  <a:lnTo>
                    <a:pt x="0" y="142367"/>
                  </a:lnTo>
                  <a:lnTo>
                    <a:pt x="6420" y="187347"/>
                  </a:lnTo>
                  <a:lnTo>
                    <a:pt x="24294" y="226396"/>
                  </a:lnTo>
                  <a:lnTo>
                    <a:pt x="51544" y="257179"/>
                  </a:lnTo>
                  <a:lnTo>
                    <a:pt x="86091" y="277360"/>
                  </a:lnTo>
                  <a:lnTo>
                    <a:pt x="125856" y="284607"/>
                  </a:lnTo>
                  <a:lnTo>
                    <a:pt x="165684" y="277360"/>
                  </a:lnTo>
                  <a:lnTo>
                    <a:pt x="200268" y="257179"/>
                  </a:lnTo>
                  <a:lnTo>
                    <a:pt x="227538" y="226396"/>
                  </a:lnTo>
                  <a:lnTo>
                    <a:pt x="245419" y="187347"/>
                  </a:lnTo>
                  <a:lnTo>
                    <a:pt x="251841" y="142367"/>
                  </a:lnTo>
                  <a:lnTo>
                    <a:pt x="245419" y="97373"/>
                  </a:lnTo>
                  <a:lnTo>
                    <a:pt x="227538" y="58293"/>
                  </a:lnTo>
                  <a:lnTo>
                    <a:pt x="200268" y="27472"/>
                  </a:lnTo>
                  <a:lnTo>
                    <a:pt x="165684" y="7259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827773" y="2496692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7"/>
                  </a:moveTo>
                  <a:lnTo>
                    <a:pt x="6420" y="97373"/>
                  </a:lnTo>
                  <a:lnTo>
                    <a:pt x="24294" y="58293"/>
                  </a:lnTo>
                  <a:lnTo>
                    <a:pt x="51544" y="27472"/>
                  </a:lnTo>
                  <a:lnTo>
                    <a:pt x="86091" y="7259"/>
                  </a:lnTo>
                  <a:lnTo>
                    <a:pt x="125856" y="0"/>
                  </a:lnTo>
                  <a:lnTo>
                    <a:pt x="165684" y="7259"/>
                  </a:lnTo>
                  <a:lnTo>
                    <a:pt x="200268" y="27472"/>
                  </a:lnTo>
                  <a:lnTo>
                    <a:pt x="227538" y="58293"/>
                  </a:lnTo>
                  <a:lnTo>
                    <a:pt x="245419" y="97373"/>
                  </a:lnTo>
                  <a:lnTo>
                    <a:pt x="251841" y="142367"/>
                  </a:lnTo>
                  <a:lnTo>
                    <a:pt x="245419" y="187347"/>
                  </a:lnTo>
                  <a:lnTo>
                    <a:pt x="227538" y="226396"/>
                  </a:lnTo>
                  <a:lnTo>
                    <a:pt x="200268" y="257179"/>
                  </a:lnTo>
                  <a:lnTo>
                    <a:pt x="165684" y="277360"/>
                  </a:lnTo>
                  <a:lnTo>
                    <a:pt x="125856" y="284607"/>
                  </a:lnTo>
                  <a:lnTo>
                    <a:pt x="86091" y="277360"/>
                  </a:lnTo>
                  <a:lnTo>
                    <a:pt x="51544" y="257179"/>
                  </a:lnTo>
                  <a:lnTo>
                    <a:pt x="24294" y="226396"/>
                  </a:lnTo>
                  <a:lnTo>
                    <a:pt x="6420" y="187347"/>
                  </a:lnTo>
                  <a:lnTo>
                    <a:pt x="0" y="142367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535545" y="2724099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36866" y="3102356"/>
            <a:ext cx="264795" cy="297815"/>
            <a:chOff x="6808851" y="2912491"/>
            <a:chExt cx="264795" cy="297815"/>
          </a:xfrm>
        </p:grpSpPr>
        <p:sp>
          <p:nvSpPr>
            <p:cNvPr id="41" name="object 41"/>
            <p:cNvSpPr/>
            <p:nvPr/>
          </p:nvSpPr>
          <p:spPr>
            <a:xfrm>
              <a:off x="6815201" y="291884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8"/>
                  </a:lnTo>
                  <a:lnTo>
                    <a:pt x="51572" y="27464"/>
                  </a:lnTo>
                  <a:lnTo>
                    <a:pt x="24302" y="58265"/>
                  </a:lnTo>
                  <a:lnTo>
                    <a:pt x="6421" y="97308"/>
                  </a:lnTo>
                  <a:lnTo>
                    <a:pt x="0" y="142239"/>
                  </a:lnTo>
                  <a:lnTo>
                    <a:pt x="6421" y="187233"/>
                  </a:lnTo>
                  <a:lnTo>
                    <a:pt x="24302" y="226314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3" y="284607"/>
                  </a:lnTo>
                  <a:lnTo>
                    <a:pt x="165811" y="277347"/>
                  </a:lnTo>
                  <a:lnTo>
                    <a:pt x="200395" y="257134"/>
                  </a:lnTo>
                  <a:lnTo>
                    <a:pt x="227665" y="226313"/>
                  </a:lnTo>
                  <a:lnTo>
                    <a:pt x="245546" y="187233"/>
                  </a:lnTo>
                  <a:lnTo>
                    <a:pt x="251968" y="142239"/>
                  </a:lnTo>
                  <a:lnTo>
                    <a:pt x="245546" y="97308"/>
                  </a:lnTo>
                  <a:lnTo>
                    <a:pt x="227665" y="58265"/>
                  </a:lnTo>
                  <a:lnTo>
                    <a:pt x="200395" y="27464"/>
                  </a:lnTo>
                  <a:lnTo>
                    <a:pt x="165811" y="725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15201" y="291884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1" y="97308"/>
                  </a:lnTo>
                  <a:lnTo>
                    <a:pt x="24302" y="58265"/>
                  </a:lnTo>
                  <a:lnTo>
                    <a:pt x="51572" y="27464"/>
                  </a:lnTo>
                  <a:lnTo>
                    <a:pt x="86156" y="7258"/>
                  </a:lnTo>
                  <a:lnTo>
                    <a:pt x="125983" y="0"/>
                  </a:lnTo>
                  <a:lnTo>
                    <a:pt x="165811" y="7258"/>
                  </a:lnTo>
                  <a:lnTo>
                    <a:pt x="200395" y="27464"/>
                  </a:lnTo>
                  <a:lnTo>
                    <a:pt x="227665" y="58265"/>
                  </a:lnTo>
                  <a:lnTo>
                    <a:pt x="245546" y="97308"/>
                  </a:lnTo>
                  <a:lnTo>
                    <a:pt x="251968" y="142239"/>
                  </a:lnTo>
                  <a:lnTo>
                    <a:pt x="245546" y="187233"/>
                  </a:lnTo>
                  <a:lnTo>
                    <a:pt x="227665" y="226313"/>
                  </a:lnTo>
                  <a:lnTo>
                    <a:pt x="200395" y="257134"/>
                  </a:lnTo>
                  <a:lnTo>
                    <a:pt x="165811" y="277347"/>
                  </a:lnTo>
                  <a:lnTo>
                    <a:pt x="125983" y="284607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4"/>
                  </a:lnTo>
                  <a:lnTo>
                    <a:pt x="6421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522718" y="314680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449438" y="1423162"/>
            <a:ext cx="264795" cy="297815"/>
            <a:chOff x="6821423" y="1233297"/>
            <a:chExt cx="264795" cy="297815"/>
          </a:xfrm>
        </p:grpSpPr>
        <p:sp>
          <p:nvSpPr>
            <p:cNvPr id="45" name="object 45"/>
            <p:cNvSpPr/>
            <p:nvPr/>
          </p:nvSpPr>
          <p:spPr>
            <a:xfrm>
              <a:off x="6827773" y="1239647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5">
                  <a:moveTo>
                    <a:pt x="125856" y="0"/>
                  </a:moveTo>
                  <a:lnTo>
                    <a:pt x="86091" y="7246"/>
                  </a:lnTo>
                  <a:lnTo>
                    <a:pt x="51544" y="27427"/>
                  </a:lnTo>
                  <a:lnTo>
                    <a:pt x="24294" y="58210"/>
                  </a:lnTo>
                  <a:lnTo>
                    <a:pt x="6420" y="97259"/>
                  </a:lnTo>
                  <a:lnTo>
                    <a:pt x="0" y="142239"/>
                  </a:lnTo>
                  <a:lnTo>
                    <a:pt x="6420" y="187233"/>
                  </a:lnTo>
                  <a:lnTo>
                    <a:pt x="24294" y="226313"/>
                  </a:lnTo>
                  <a:lnTo>
                    <a:pt x="51544" y="257134"/>
                  </a:lnTo>
                  <a:lnTo>
                    <a:pt x="86091" y="277347"/>
                  </a:lnTo>
                  <a:lnTo>
                    <a:pt x="125856" y="284606"/>
                  </a:lnTo>
                  <a:lnTo>
                    <a:pt x="165684" y="277347"/>
                  </a:lnTo>
                  <a:lnTo>
                    <a:pt x="200268" y="257134"/>
                  </a:lnTo>
                  <a:lnTo>
                    <a:pt x="227538" y="226313"/>
                  </a:lnTo>
                  <a:lnTo>
                    <a:pt x="245419" y="187233"/>
                  </a:lnTo>
                  <a:lnTo>
                    <a:pt x="251841" y="142239"/>
                  </a:lnTo>
                  <a:lnTo>
                    <a:pt x="245419" y="97259"/>
                  </a:lnTo>
                  <a:lnTo>
                    <a:pt x="227538" y="58210"/>
                  </a:lnTo>
                  <a:lnTo>
                    <a:pt x="200268" y="27427"/>
                  </a:lnTo>
                  <a:lnTo>
                    <a:pt x="165684" y="7246"/>
                  </a:lnTo>
                  <a:lnTo>
                    <a:pt x="1258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827773" y="1239647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5">
                  <a:moveTo>
                    <a:pt x="0" y="142239"/>
                  </a:moveTo>
                  <a:lnTo>
                    <a:pt x="6420" y="97259"/>
                  </a:lnTo>
                  <a:lnTo>
                    <a:pt x="24294" y="58210"/>
                  </a:lnTo>
                  <a:lnTo>
                    <a:pt x="51544" y="27427"/>
                  </a:lnTo>
                  <a:lnTo>
                    <a:pt x="86091" y="7246"/>
                  </a:lnTo>
                  <a:lnTo>
                    <a:pt x="125856" y="0"/>
                  </a:lnTo>
                  <a:lnTo>
                    <a:pt x="165684" y="7246"/>
                  </a:lnTo>
                  <a:lnTo>
                    <a:pt x="200268" y="27427"/>
                  </a:lnTo>
                  <a:lnTo>
                    <a:pt x="227538" y="58210"/>
                  </a:lnTo>
                  <a:lnTo>
                    <a:pt x="245419" y="97259"/>
                  </a:lnTo>
                  <a:lnTo>
                    <a:pt x="251841" y="142239"/>
                  </a:lnTo>
                  <a:lnTo>
                    <a:pt x="245419" y="187233"/>
                  </a:lnTo>
                  <a:lnTo>
                    <a:pt x="227538" y="226313"/>
                  </a:lnTo>
                  <a:lnTo>
                    <a:pt x="200268" y="257134"/>
                  </a:lnTo>
                  <a:lnTo>
                    <a:pt x="165684" y="277347"/>
                  </a:lnTo>
                  <a:lnTo>
                    <a:pt x="125856" y="284606"/>
                  </a:lnTo>
                  <a:lnTo>
                    <a:pt x="86091" y="277347"/>
                  </a:lnTo>
                  <a:lnTo>
                    <a:pt x="51544" y="257134"/>
                  </a:lnTo>
                  <a:lnTo>
                    <a:pt x="24294" y="226313"/>
                  </a:lnTo>
                  <a:lnTo>
                    <a:pt x="6420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535545" y="144843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513320" y="4456303"/>
            <a:ext cx="265430" cy="317500"/>
            <a:chOff x="6885305" y="4266438"/>
            <a:chExt cx="265430" cy="317500"/>
          </a:xfrm>
        </p:grpSpPr>
        <p:sp>
          <p:nvSpPr>
            <p:cNvPr id="49" name="object 49"/>
            <p:cNvSpPr/>
            <p:nvPr/>
          </p:nvSpPr>
          <p:spPr>
            <a:xfrm>
              <a:off x="6891655" y="427278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34"/>
                  </a:lnTo>
                  <a:lnTo>
                    <a:pt x="24355" y="242364"/>
                  </a:lnTo>
                  <a:lnTo>
                    <a:pt x="51681" y="275368"/>
                  </a:lnTo>
                  <a:lnTo>
                    <a:pt x="86335" y="297021"/>
                  </a:lnTo>
                  <a:lnTo>
                    <a:pt x="126238" y="304800"/>
                  </a:lnTo>
                  <a:lnTo>
                    <a:pt x="166140" y="297021"/>
                  </a:lnTo>
                  <a:lnTo>
                    <a:pt x="200794" y="275368"/>
                  </a:lnTo>
                  <a:lnTo>
                    <a:pt x="228120" y="242364"/>
                  </a:lnTo>
                  <a:lnTo>
                    <a:pt x="246040" y="200534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891655" y="4272788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8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34"/>
                  </a:lnTo>
                  <a:lnTo>
                    <a:pt x="228120" y="242364"/>
                  </a:lnTo>
                  <a:lnTo>
                    <a:pt x="200794" y="275368"/>
                  </a:lnTo>
                  <a:lnTo>
                    <a:pt x="166140" y="297021"/>
                  </a:lnTo>
                  <a:lnTo>
                    <a:pt x="126238" y="304800"/>
                  </a:lnTo>
                  <a:lnTo>
                    <a:pt x="86335" y="297021"/>
                  </a:lnTo>
                  <a:lnTo>
                    <a:pt x="51681" y="275368"/>
                  </a:lnTo>
                  <a:lnTo>
                    <a:pt x="24355" y="242364"/>
                  </a:lnTo>
                  <a:lnTo>
                    <a:pt x="6435" y="200534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7528306" y="4919218"/>
            <a:ext cx="265430" cy="317500"/>
            <a:chOff x="6900291" y="4729353"/>
            <a:chExt cx="265430" cy="317500"/>
          </a:xfrm>
        </p:grpSpPr>
        <p:sp>
          <p:nvSpPr>
            <p:cNvPr id="52" name="object 52"/>
            <p:cNvSpPr/>
            <p:nvPr/>
          </p:nvSpPr>
          <p:spPr>
            <a:xfrm>
              <a:off x="6906641" y="4735703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6906641" y="4735703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591297" y="491375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76058" y="4320031"/>
            <a:ext cx="1976755" cy="125222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365125" algn="l"/>
              </a:tabLst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sz="18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OP20</a:t>
            </a:r>
            <a:r>
              <a:rPr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5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1790">
              <a:lnSpc>
                <a:spcPct val="100000"/>
              </a:lnSpc>
              <a:spcBef>
                <a:spcPts val="1050"/>
              </a:spcBef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Cobot</a:t>
            </a:r>
            <a:r>
              <a:rPr sz="1800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5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9255">
              <a:lnSpc>
                <a:spcPct val="100000"/>
              </a:lnSpc>
              <a:spcBef>
                <a:spcPts val="1075"/>
              </a:spcBef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1564B</a:t>
            </a:r>
            <a:r>
              <a:rPr sz="1800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O/P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 Table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577582" y="5355336"/>
            <a:ext cx="264795" cy="297815"/>
            <a:chOff x="6949567" y="5165471"/>
            <a:chExt cx="264795" cy="297815"/>
          </a:xfrm>
        </p:grpSpPr>
        <p:sp>
          <p:nvSpPr>
            <p:cNvPr id="57" name="object 57"/>
            <p:cNvSpPr/>
            <p:nvPr/>
          </p:nvSpPr>
          <p:spPr>
            <a:xfrm>
              <a:off x="6955917" y="517182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3" y="0"/>
                  </a:moveTo>
                  <a:lnTo>
                    <a:pt x="86156" y="7258"/>
                  </a:lnTo>
                  <a:lnTo>
                    <a:pt x="51572" y="27464"/>
                  </a:lnTo>
                  <a:lnTo>
                    <a:pt x="24302" y="58265"/>
                  </a:lnTo>
                  <a:lnTo>
                    <a:pt x="6421" y="97308"/>
                  </a:lnTo>
                  <a:lnTo>
                    <a:pt x="0" y="142239"/>
                  </a:lnTo>
                  <a:lnTo>
                    <a:pt x="6421" y="187233"/>
                  </a:lnTo>
                  <a:lnTo>
                    <a:pt x="24302" y="226313"/>
                  </a:lnTo>
                  <a:lnTo>
                    <a:pt x="51572" y="257134"/>
                  </a:lnTo>
                  <a:lnTo>
                    <a:pt x="86156" y="277347"/>
                  </a:lnTo>
                  <a:lnTo>
                    <a:pt x="125983" y="284606"/>
                  </a:lnTo>
                  <a:lnTo>
                    <a:pt x="165811" y="277347"/>
                  </a:lnTo>
                  <a:lnTo>
                    <a:pt x="200395" y="257134"/>
                  </a:lnTo>
                  <a:lnTo>
                    <a:pt x="227665" y="226313"/>
                  </a:lnTo>
                  <a:lnTo>
                    <a:pt x="245546" y="187233"/>
                  </a:lnTo>
                  <a:lnTo>
                    <a:pt x="251967" y="142239"/>
                  </a:lnTo>
                  <a:lnTo>
                    <a:pt x="245546" y="97308"/>
                  </a:lnTo>
                  <a:lnTo>
                    <a:pt x="227665" y="58265"/>
                  </a:lnTo>
                  <a:lnTo>
                    <a:pt x="200395" y="27464"/>
                  </a:lnTo>
                  <a:lnTo>
                    <a:pt x="165811" y="7258"/>
                  </a:lnTo>
                  <a:lnTo>
                    <a:pt x="1259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6955917" y="5171821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239"/>
                  </a:moveTo>
                  <a:lnTo>
                    <a:pt x="6421" y="97308"/>
                  </a:lnTo>
                  <a:lnTo>
                    <a:pt x="24302" y="58265"/>
                  </a:lnTo>
                  <a:lnTo>
                    <a:pt x="51572" y="27464"/>
                  </a:lnTo>
                  <a:lnTo>
                    <a:pt x="86156" y="7258"/>
                  </a:lnTo>
                  <a:lnTo>
                    <a:pt x="125983" y="0"/>
                  </a:lnTo>
                  <a:lnTo>
                    <a:pt x="165811" y="7258"/>
                  </a:lnTo>
                  <a:lnTo>
                    <a:pt x="200395" y="27464"/>
                  </a:lnTo>
                  <a:lnTo>
                    <a:pt x="227665" y="58265"/>
                  </a:lnTo>
                  <a:lnTo>
                    <a:pt x="245546" y="97308"/>
                  </a:lnTo>
                  <a:lnTo>
                    <a:pt x="251967" y="142239"/>
                  </a:lnTo>
                  <a:lnTo>
                    <a:pt x="245546" y="187233"/>
                  </a:lnTo>
                  <a:lnTo>
                    <a:pt x="227665" y="226313"/>
                  </a:lnTo>
                  <a:lnTo>
                    <a:pt x="200395" y="257134"/>
                  </a:lnTo>
                  <a:lnTo>
                    <a:pt x="165811" y="277347"/>
                  </a:lnTo>
                  <a:lnTo>
                    <a:pt x="125983" y="284606"/>
                  </a:lnTo>
                  <a:lnTo>
                    <a:pt x="86156" y="277347"/>
                  </a:lnTo>
                  <a:lnTo>
                    <a:pt x="51572" y="257134"/>
                  </a:lnTo>
                  <a:lnTo>
                    <a:pt x="24302" y="226313"/>
                  </a:lnTo>
                  <a:lnTo>
                    <a:pt x="6421" y="187233"/>
                  </a:lnTo>
                  <a:lnTo>
                    <a:pt x="0" y="1422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626349" y="53907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94828" y="3538804"/>
            <a:ext cx="1099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sz="1800" b="1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I/P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483347" y="3554349"/>
            <a:ext cx="265430" cy="317500"/>
            <a:chOff x="6855332" y="3364484"/>
            <a:chExt cx="265430" cy="317500"/>
          </a:xfrm>
        </p:grpSpPr>
        <p:sp>
          <p:nvSpPr>
            <p:cNvPr id="62" name="object 62"/>
            <p:cNvSpPr/>
            <p:nvPr/>
          </p:nvSpPr>
          <p:spPr>
            <a:xfrm>
              <a:off x="6861682" y="3370834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34"/>
                  </a:lnTo>
                  <a:lnTo>
                    <a:pt x="24355" y="242364"/>
                  </a:lnTo>
                  <a:lnTo>
                    <a:pt x="51681" y="275368"/>
                  </a:lnTo>
                  <a:lnTo>
                    <a:pt x="86335" y="297021"/>
                  </a:lnTo>
                  <a:lnTo>
                    <a:pt x="126238" y="304799"/>
                  </a:lnTo>
                  <a:lnTo>
                    <a:pt x="166140" y="297021"/>
                  </a:lnTo>
                  <a:lnTo>
                    <a:pt x="200794" y="275368"/>
                  </a:lnTo>
                  <a:lnTo>
                    <a:pt x="228120" y="242364"/>
                  </a:lnTo>
                  <a:lnTo>
                    <a:pt x="246040" y="200534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6861682" y="3370834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8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34"/>
                  </a:lnTo>
                  <a:lnTo>
                    <a:pt x="228120" y="242364"/>
                  </a:lnTo>
                  <a:lnTo>
                    <a:pt x="200794" y="275368"/>
                  </a:lnTo>
                  <a:lnTo>
                    <a:pt x="166140" y="297021"/>
                  </a:lnTo>
                  <a:lnTo>
                    <a:pt x="126238" y="304799"/>
                  </a:lnTo>
                  <a:lnTo>
                    <a:pt x="86335" y="297021"/>
                  </a:lnTo>
                  <a:lnTo>
                    <a:pt x="51681" y="275368"/>
                  </a:lnTo>
                  <a:lnTo>
                    <a:pt x="24355" y="242364"/>
                  </a:lnTo>
                  <a:lnTo>
                    <a:pt x="6435" y="200534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546212" y="354850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513320" y="3985894"/>
            <a:ext cx="265430" cy="317500"/>
            <a:chOff x="6885305" y="3796029"/>
            <a:chExt cx="265430" cy="317500"/>
          </a:xfrm>
        </p:grpSpPr>
        <p:sp>
          <p:nvSpPr>
            <p:cNvPr id="66" name="object 66"/>
            <p:cNvSpPr/>
            <p:nvPr/>
          </p:nvSpPr>
          <p:spPr>
            <a:xfrm>
              <a:off x="6891655" y="38023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8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8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891655" y="38023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8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8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576058" y="3980434"/>
            <a:ext cx="146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0835" algn="l"/>
              </a:tabLst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sz="18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OP10</a:t>
            </a:r>
            <a:r>
              <a:rPr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CNC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5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360034" y="2668016"/>
            <a:ext cx="265430" cy="317500"/>
            <a:chOff x="5360034" y="2405126"/>
            <a:chExt cx="265430" cy="317500"/>
          </a:xfrm>
        </p:grpSpPr>
        <p:sp>
          <p:nvSpPr>
            <p:cNvPr id="70" name="object 70"/>
            <p:cNvSpPr/>
            <p:nvPr/>
          </p:nvSpPr>
          <p:spPr>
            <a:xfrm>
              <a:off x="5366384" y="241147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366384" y="2411476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422772" y="266174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890517" y="1896110"/>
            <a:ext cx="265430" cy="317500"/>
            <a:chOff x="3890517" y="1633220"/>
            <a:chExt cx="265430" cy="317500"/>
          </a:xfrm>
        </p:grpSpPr>
        <p:sp>
          <p:nvSpPr>
            <p:cNvPr id="74" name="object 74"/>
            <p:cNvSpPr/>
            <p:nvPr/>
          </p:nvSpPr>
          <p:spPr>
            <a:xfrm>
              <a:off x="3896867" y="163957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078" y="297033"/>
                  </a:lnTo>
                  <a:lnTo>
                    <a:pt x="200694" y="275405"/>
                  </a:lnTo>
                  <a:lnTo>
                    <a:pt x="228001" y="242419"/>
                  </a:lnTo>
                  <a:lnTo>
                    <a:pt x="245914" y="200582"/>
                  </a:lnTo>
                  <a:lnTo>
                    <a:pt x="252349" y="152400"/>
                  </a:lnTo>
                  <a:lnTo>
                    <a:pt x="245914" y="104217"/>
                  </a:lnTo>
                  <a:lnTo>
                    <a:pt x="228001" y="62380"/>
                  </a:lnTo>
                  <a:lnTo>
                    <a:pt x="200694" y="29394"/>
                  </a:lnTo>
                  <a:lnTo>
                    <a:pt x="166078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3896867" y="1639570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078" y="7766"/>
                  </a:lnTo>
                  <a:lnTo>
                    <a:pt x="200694" y="29394"/>
                  </a:lnTo>
                  <a:lnTo>
                    <a:pt x="228001" y="62380"/>
                  </a:lnTo>
                  <a:lnTo>
                    <a:pt x="245914" y="104217"/>
                  </a:lnTo>
                  <a:lnTo>
                    <a:pt x="252349" y="152400"/>
                  </a:lnTo>
                  <a:lnTo>
                    <a:pt x="245914" y="200582"/>
                  </a:lnTo>
                  <a:lnTo>
                    <a:pt x="228001" y="242419"/>
                  </a:lnTo>
                  <a:lnTo>
                    <a:pt x="200694" y="275405"/>
                  </a:lnTo>
                  <a:lnTo>
                    <a:pt x="166078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53002" y="189001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486272" y="3828542"/>
            <a:ext cx="265430" cy="317500"/>
            <a:chOff x="5486272" y="3565652"/>
            <a:chExt cx="265430" cy="317500"/>
          </a:xfrm>
        </p:grpSpPr>
        <p:sp>
          <p:nvSpPr>
            <p:cNvPr id="78" name="object 78"/>
            <p:cNvSpPr/>
            <p:nvPr/>
          </p:nvSpPr>
          <p:spPr>
            <a:xfrm>
              <a:off x="5492622" y="3572002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34"/>
                  </a:lnTo>
                  <a:lnTo>
                    <a:pt x="24355" y="242364"/>
                  </a:lnTo>
                  <a:lnTo>
                    <a:pt x="51681" y="275368"/>
                  </a:lnTo>
                  <a:lnTo>
                    <a:pt x="86335" y="297021"/>
                  </a:lnTo>
                  <a:lnTo>
                    <a:pt x="126237" y="304800"/>
                  </a:lnTo>
                  <a:lnTo>
                    <a:pt x="166078" y="297021"/>
                  </a:lnTo>
                  <a:lnTo>
                    <a:pt x="200694" y="275368"/>
                  </a:lnTo>
                  <a:lnTo>
                    <a:pt x="228001" y="242364"/>
                  </a:lnTo>
                  <a:lnTo>
                    <a:pt x="245914" y="200534"/>
                  </a:lnTo>
                  <a:lnTo>
                    <a:pt x="252349" y="152400"/>
                  </a:lnTo>
                  <a:lnTo>
                    <a:pt x="245914" y="104217"/>
                  </a:lnTo>
                  <a:lnTo>
                    <a:pt x="228001" y="62380"/>
                  </a:lnTo>
                  <a:lnTo>
                    <a:pt x="200694" y="29394"/>
                  </a:lnTo>
                  <a:lnTo>
                    <a:pt x="166078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5492622" y="3572002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078" y="7766"/>
                  </a:lnTo>
                  <a:lnTo>
                    <a:pt x="200694" y="29394"/>
                  </a:lnTo>
                  <a:lnTo>
                    <a:pt x="228001" y="62380"/>
                  </a:lnTo>
                  <a:lnTo>
                    <a:pt x="245914" y="104217"/>
                  </a:lnTo>
                  <a:lnTo>
                    <a:pt x="252349" y="152400"/>
                  </a:lnTo>
                  <a:lnTo>
                    <a:pt x="245914" y="200534"/>
                  </a:lnTo>
                  <a:lnTo>
                    <a:pt x="228001" y="242364"/>
                  </a:lnTo>
                  <a:lnTo>
                    <a:pt x="200694" y="275368"/>
                  </a:lnTo>
                  <a:lnTo>
                    <a:pt x="166078" y="297021"/>
                  </a:lnTo>
                  <a:lnTo>
                    <a:pt x="126237" y="304800"/>
                  </a:lnTo>
                  <a:lnTo>
                    <a:pt x="86335" y="297021"/>
                  </a:lnTo>
                  <a:lnTo>
                    <a:pt x="51681" y="275368"/>
                  </a:lnTo>
                  <a:lnTo>
                    <a:pt x="24355" y="242364"/>
                  </a:lnTo>
                  <a:lnTo>
                    <a:pt x="6435" y="200534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549010" y="382239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783835" y="2890519"/>
            <a:ext cx="265430" cy="317500"/>
            <a:chOff x="4783835" y="2627629"/>
            <a:chExt cx="265430" cy="317500"/>
          </a:xfrm>
        </p:grpSpPr>
        <p:sp>
          <p:nvSpPr>
            <p:cNvPr id="82" name="object 82"/>
            <p:cNvSpPr/>
            <p:nvPr/>
          </p:nvSpPr>
          <p:spPr>
            <a:xfrm>
              <a:off x="4790185" y="26339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126237" y="0"/>
                  </a:moveTo>
                  <a:lnTo>
                    <a:pt x="86335" y="7766"/>
                  </a:lnTo>
                  <a:lnTo>
                    <a:pt x="51681" y="29394"/>
                  </a:lnTo>
                  <a:lnTo>
                    <a:pt x="24355" y="62380"/>
                  </a:lnTo>
                  <a:lnTo>
                    <a:pt x="6435" y="104217"/>
                  </a:lnTo>
                  <a:lnTo>
                    <a:pt x="0" y="152400"/>
                  </a:lnTo>
                  <a:lnTo>
                    <a:pt x="6435" y="200582"/>
                  </a:lnTo>
                  <a:lnTo>
                    <a:pt x="24355" y="242419"/>
                  </a:lnTo>
                  <a:lnTo>
                    <a:pt x="51681" y="275405"/>
                  </a:lnTo>
                  <a:lnTo>
                    <a:pt x="86335" y="297033"/>
                  </a:lnTo>
                  <a:lnTo>
                    <a:pt x="126237" y="304800"/>
                  </a:lnTo>
                  <a:lnTo>
                    <a:pt x="166140" y="297033"/>
                  </a:lnTo>
                  <a:lnTo>
                    <a:pt x="200794" y="275405"/>
                  </a:lnTo>
                  <a:lnTo>
                    <a:pt x="228120" y="242419"/>
                  </a:lnTo>
                  <a:lnTo>
                    <a:pt x="246040" y="200582"/>
                  </a:lnTo>
                  <a:lnTo>
                    <a:pt x="252475" y="152400"/>
                  </a:lnTo>
                  <a:lnTo>
                    <a:pt x="246040" y="104217"/>
                  </a:lnTo>
                  <a:lnTo>
                    <a:pt x="228120" y="62380"/>
                  </a:lnTo>
                  <a:lnTo>
                    <a:pt x="200794" y="29394"/>
                  </a:lnTo>
                  <a:lnTo>
                    <a:pt x="166140" y="7766"/>
                  </a:lnTo>
                  <a:lnTo>
                    <a:pt x="1262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790185" y="2633979"/>
              <a:ext cx="252729" cy="304800"/>
            </a:xfrm>
            <a:custGeom>
              <a:avLst/>
              <a:gdLst/>
              <a:ahLst/>
              <a:cxnLst/>
              <a:rect l="l" t="t" r="r" b="b"/>
              <a:pathLst>
                <a:path w="252729" h="304800">
                  <a:moveTo>
                    <a:pt x="0" y="152400"/>
                  </a:moveTo>
                  <a:lnTo>
                    <a:pt x="6435" y="104217"/>
                  </a:lnTo>
                  <a:lnTo>
                    <a:pt x="24355" y="62380"/>
                  </a:lnTo>
                  <a:lnTo>
                    <a:pt x="51681" y="29394"/>
                  </a:lnTo>
                  <a:lnTo>
                    <a:pt x="86335" y="7766"/>
                  </a:lnTo>
                  <a:lnTo>
                    <a:pt x="126237" y="0"/>
                  </a:lnTo>
                  <a:lnTo>
                    <a:pt x="166140" y="7766"/>
                  </a:lnTo>
                  <a:lnTo>
                    <a:pt x="200794" y="29394"/>
                  </a:lnTo>
                  <a:lnTo>
                    <a:pt x="228120" y="62380"/>
                  </a:lnTo>
                  <a:lnTo>
                    <a:pt x="246040" y="104217"/>
                  </a:lnTo>
                  <a:lnTo>
                    <a:pt x="252475" y="152400"/>
                  </a:lnTo>
                  <a:lnTo>
                    <a:pt x="246040" y="200582"/>
                  </a:lnTo>
                  <a:lnTo>
                    <a:pt x="228120" y="242419"/>
                  </a:lnTo>
                  <a:lnTo>
                    <a:pt x="200794" y="275405"/>
                  </a:lnTo>
                  <a:lnTo>
                    <a:pt x="166140" y="297033"/>
                  </a:lnTo>
                  <a:lnTo>
                    <a:pt x="126237" y="304800"/>
                  </a:lnTo>
                  <a:lnTo>
                    <a:pt x="86335" y="297033"/>
                  </a:lnTo>
                  <a:lnTo>
                    <a:pt x="51681" y="275405"/>
                  </a:lnTo>
                  <a:lnTo>
                    <a:pt x="24355" y="242419"/>
                  </a:lnTo>
                  <a:lnTo>
                    <a:pt x="6435" y="20058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846446" y="288493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sz="1800" spc="-5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4180204" y="3781298"/>
            <a:ext cx="264795" cy="297815"/>
            <a:chOff x="4180204" y="3518408"/>
            <a:chExt cx="264795" cy="297815"/>
          </a:xfrm>
        </p:grpSpPr>
        <p:sp>
          <p:nvSpPr>
            <p:cNvPr id="86" name="object 86"/>
            <p:cNvSpPr/>
            <p:nvPr/>
          </p:nvSpPr>
          <p:spPr>
            <a:xfrm>
              <a:off x="4186554" y="352475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125984" y="0"/>
                  </a:moveTo>
                  <a:lnTo>
                    <a:pt x="86156" y="7259"/>
                  </a:lnTo>
                  <a:lnTo>
                    <a:pt x="51572" y="27472"/>
                  </a:lnTo>
                  <a:lnTo>
                    <a:pt x="24302" y="58292"/>
                  </a:lnTo>
                  <a:lnTo>
                    <a:pt x="6421" y="97373"/>
                  </a:lnTo>
                  <a:lnTo>
                    <a:pt x="0" y="142366"/>
                  </a:lnTo>
                  <a:lnTo>
                    <a:pt x="6421" y="187360"/>
                  </a:lnTo>
                  <a:lnTo>
                    <a:pt x="24302" y="226440"/>
                  </a:lnTo>
                  <a:lnTo>
                    <a:pt x="51572" y="257261"/>
                  </a:lnTo>
                  <a:lnTo>
                    <a:pt x="86156" y="277474"/>
                  </a:lnTo>
                  <a:lnTo>
                    <a:pt x="125984" y="284733"/>
                  </a:lnTo>
                  <a:lnTo>
                    <a:pt x="165811" y="277474"/>
                  </a:lnTo>
                  <a:lnTo>
                    <a:pt x="200395" y="257261"/>
                  </a:lnTo>
                  <a:lnTo>
                    <a:pt x="227665" y="226440"/>
                  </a:lnTo>
                  <a:lnTo>
                    <a:pt x="245546" y="187360"/>
                  </a:lnTo>
                  <a:lnTo>
                    <a:pt x="251968" y="142366"/>
                  </a:lnTo>
                  <a:lnTo>
                    <a:pt x="245546" y="97373"/>
                  </a:lnTo>
                  <a:lnTo>
                    <a:pt x="227665" y="58292"/>
                  </a:lnTo>
                  <a:lnTo>
                    <a:pt x="200395" y="27472"/>
                  </a:lnTo>
                  <a:lnTo>
                    <a:pt x="165811" y="7259"/>
                  </a:lnTo>
                  <a:lnTo>
                    <a:pt x="125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86554" y="3524758"/>
              <a:ext cx="252095" cy="285115"/>
            </a:xfrm>
            <a:custGeom>
              <a:avLst/>
              <a:gdLst/>
              <a:ahLst/>
              <a:cxnLst/>
              <a:rect l="l" t="t" r="r" b="b"/>
              <a:pathLst>
                <a:path w="252095" h="285114">
                  <a:moveTo>
                    <a:pt x="0" y="142366"/>
                  </a:moveTo>
                  <a:lnTo>
                    <a:pt x="6421" y="97373"/>
                  </a:lnTo>
                  <a:lnTo>
                    <a:pt x="24302" y="58292"/>
                  </a:lnTo>
                  <a:lnTo>
                    <a:pt x="51572" y="27472"/>
                  </a:lnTo>
                  <a:lnTo>
                    <a:pt x="86156" y="7259"/>
                  </a:lnTo>
                  <a:lnTo>
                    <a:pt x="125984" y="0"/>
                  </a:lnTo>
                  <a:lnTo>
                    <a:pt x="165811" y="7259"/>
                  </a:lnTo>
                  <a:lnTo>
                    <a:pt x="200395" y="27472"/>
                  </a:lnTo>
                  <a:lnTo>
                    <a:pt x="227665" y="58292"/>
                  </a:lnTo>
                  <a:lnTo>
                    <a:pt x="245546" y="97373"/>
                  </a:lnTo>
                  <a:lnTo>
                    <a:pt x="251968" y="142366"/>
                  </a:lnTo>
                  <a:lnTo>
                    <a:pt x="245546" y="187360"/>
                  </a:lnTo>
                  <a:lnTo>
                    <a:pt x="227665" y="226440"/>
                  </a:lnTo>
                  <a:lnTo>
                    <a:pt x="200395" y="257261"/>
                  </a:lnTo>
                  <a:lnTo>
                    <a:pt x="165811" y="277474"/>
                  </a:lnTo>
                  <a:lnTo>
                    <a:pt x="125984" y="284733"/>
                  </a:lnTo>
                  <a:lnTo>
                    <a:pt x="86156" y="277474"/>
                  </a:lnTo>
                  <a:lnTo>
                    <a:pt x="51572" y="257261"/>
                  </a:lnTo>
                  <a:lnTo>
                    <a:pt x="24302" y="226440"/>
                  </a:lnTo>
                  <a:lnTo>
                    <a:pt x="6421" y="187360"/>
                  </a:lnTo>
                  <a:lnTo>
                    <a:pt x="0" y="14236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4228591" y="381660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sz="120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 1"/>
          <p:cNvSpPr/>
          <p:nvPr/>
        </p:nvSpPr>
        <p:spPr>
          <a:xfrm>
            <a:off x="248285" y="705485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D</a:t>
            </a:r>
            <a:r>
              <a:rPr lang="en-IN" alt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etail view for OP10 &amp; OP20</a:t>
            </a:r>
            <a:endParaRPr lang="en-IN" alt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ATHER LINE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288415" y="933450"/>
          <a:ext cx="10020935" cy="5212071"/>
        </p:xfrm>
        <a:graphic>
          <a:graphicData uri="http://schemas.openxmlformats.org/drawingml/2006/table">
            <a:tbl>
              <a:tblPr/>
              <a:tblGrid>
                <a:gridCol w="3723005"/>
                <a:gridCol w="1108710"/>
                <a:gridCol w="868680"/>
                <a:gridCol w="2181225"/>
                <a:gridCol w="2139315"/>
              </a:tblGrid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BOM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UOM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QTY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UNIT COST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Design &amp; Engineering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PLC Program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Project Management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Drawing and Documentation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₹2,04,000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₹2,04,000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 &amp; AMR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ABB 12kg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₹17,40,000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₹87,00,000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Fingure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₹55,100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₹5,51,000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Fingure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₹1,76,000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₹1,76,000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Mechanical Accessories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Pedestal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₹31,600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₹1,58,000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Input table &amp; Other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5336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E&amp;I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HMI , PLC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₹3,90,000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₹3,90,000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Control Panel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₹2,74,000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₹2,74,000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Digitalization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Lot`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gridSpan="4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₹1,29,82,000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NO OF MANPOWER REDUCED - ATHER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796925" y="763270"/>
          <a:ext cx="10509885" cy="3737920"/>
        </p:xfrm>
        <a:graphic>
          <a:graphicData uri="http://schemas.openxmlformats.org/drawingml/2006/table">
            <a:tbl>
              <a:tblPr/>
              <a:tblGrid>
                <a:gridCol w="512445"/>
                <a:gridCol w="952500"/>
                <a:gridCol w="2562860"/>
                <a:gridCol w="1209040"/>
                <a:gridCol w="1391285"/>
                <a:gridCol w="1220470"/>
                <a:gridCol w="1367155"/>
                <a:gridCol w="1294130"/>
              </a:tblGrid>
              <a:tr h="279400">
                <a:tc gridSpan="8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 Reduction – ATHER LINE Automation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S.No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Part No.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Station / Operation</a:t>
                      </a:r>
                      <a:endParaRPr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(Manual)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(After Automation)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Reduced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Avg. Monthly Cost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per Head (₹)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Monthly Cost</a:t>
                      </a:r>
                      <a:b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Savings (₹)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4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22288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1564A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₹22000 x 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</a:t>
                      </a:r>
                      <a:endParaRPr lang="en-US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</a:t>
                      </a:r>
                      <a:r>
                        <a:rPr lang="en-US"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1,10,</a:t>
                      </a:r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000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288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1564B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88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1563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1561A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₹</a:t>
                      </a:r>
                      <a:r>
                        <a:rPr lang="en-US" alt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66</a:t>
                      </a:r>
                      <a:r>
                        <a:rPr 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,000</a:t>
                      </a:r>
                      <a:endParaRPr lang="en-GB" altLang="en-US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₹22,000</a:t>
                      </a:r>
                      <a:r>
                        <a:rPr lang="en-US" alt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 x 3</a:t>
                      </a:r>
                      <a:endParaRPr lang="en-US" altLang="en-GB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3</a:t>
                      </a:r>
                      <a:endParaRPr lang="en-US" altLang="en-GB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40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</a:rPr>
                        <a:t>1</a:t>
                      </a:r>
                      <a:endParaRPr lang="en-GB" altLang="en-US"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5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1561B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4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8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885">
                <a:tc gridSpan="3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MANPOWER PER SHIFT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endParaRPr lang="en-US"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76</a:t>
                      </a:r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2581275" y="4284980"/>
          <a:ext cx="5735320" cy="1920555"/>
        </p:xfrm>
        <a:graphic>
          <a:graphicData uri="http://schemas.openxmlformats.org/drawingml/2006/table">
            <a:tbl>
              <a:tblPr/>
              <a:tblGrid>
                <a:gridCol w="3897630"/>
                <a:gridCol w="1837690"/>
              </a:tblGrid>
              <a:tr h="238125">
                <a:tc>
                  <a:txBody>
                    <a:bodyPr/>
                    <a:lstStyle/>
                    <a:p>
                      <a:pPr algn="ctr" fontAlgn="b"/>
                      <a:r>
                        <a:rPr sz="1500" b="1" i="0">
                          <a:solidFill>
                            <a:srgbClr val="1F4E78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Summary</a:t>
                      </a:r>
                      <a:endParaRPr sz="1500" b="1" i="0">
                        <a:solidFill>
                          <a:srgbClr val="1F4E78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500" b="1" i="0">
                          <a:solidFill>
                            <a:srgbClr val="1F4E78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VALUE</a:t>
                      </a:r>
                      <a:endParaRPr sz="1500" b="1" i="0">
                        <a:solidFill>
                          <a:srgbClr val="1F4E78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Before (Manual)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After (Automation)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Reduced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 Manpower Reduction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0.0%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Monthly Cost Savings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76</a:t>
                      </a:r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Annual Cost Savings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21</a:t>
                      </a:r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12</a:t>
                      </a:r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5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ATHER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82625" y="948055"/>
          <a:ext cx="11080115" cy="4773295"/>
        </p:xfrm>
        <a:graphic>
          <a:graphicData uri="http://schemas.openxmlformats.org/drawingml/2006/table">
            <a:tbl>
              <a:tblPr/>
              <a:tblGrid>
                <a:gridCol w="4914900"/>
                <a:gridCol w="3430905"/>
                <a:gridCol w="2734310"/>
              </a:tblGrid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Parameter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Calculation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Value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Machines Automated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Cobots Used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 ABB 12kg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per Shift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Shifts per Day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Operators Required per Day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 × 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Salary per Operator per Month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Monthly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30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6,60,000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Annual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79,20,000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Monthly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Savings Due to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79,20,000 −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Automation Project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1,29,82,000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(Years)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1,29,82,000 ÷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(Months)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Months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 Reduction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10 − 0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Operators Reduced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Savings After 5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5) − 1,29,82,000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9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0730" cy="6172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TIME CALCULATION  —  OP10 &amp; OP20</a:t>
            </a:r>
            <a:r>
              <a:rPr lang="en-IN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ATHER LINE</a:t>
            </a:r>
            <a:endParaRPr lang="en-IN" alt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422275" y="1075055"/>
          <a:ext cx="11513820" cy="481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360"/>
                <a:gridCol w="1122680"/>
                <a:gridCol w="1137920"/>
                <a:gridCol w="1112520"/>
                <a:gridCol w="1725930"/>
                <a:gridCol w="965200"/>
                <a:gridCol w="2102485"/>
                <a:gridCol w="1223010"/>
                <a:gridCol w="1021715"/>
              </a:tblGrid>
              <a:tr h="13201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Part No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output/hr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output/shift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output/day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actual/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efficiency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requirement/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cnc machine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cobot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699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1564 B -1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563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14625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4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1564 B -2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563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14625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1563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218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653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16965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4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1561 A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315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945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24570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1564 A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293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878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22815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ATHER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32460" y="916940"/>
          <a:ext cx="10737850" cy="4768850"/>
        </p:xfrm>
        <a:graphic>
          <a:graphicData uri="http://schemas.openxmlformats.org/drawingml/2006/table">
            <a:tbl>
              <a:tblPr/>
              <a:tblGrid>
                <a:gridCol w="600710"/>
                <a:gridCol w="1054100"/>
                <a:gridCol w="2005965"/>
                <a:gridCol w="1210945"/>
                <a:gridCol w="1077595"/>
                <a:gridCol w="1433830"/>
                <a:gridCol w="1278255"/>
                <a:gridCol w="1022350"/>
                <a:gridCol w="1054100"/>
              </a:tblGrid>
              <a:tr h="78740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64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,91,000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01-Jul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07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40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51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,92,800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20-Oct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774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12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,98,200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10-Nov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1,29</a:t>
                      </a:r>
                      <a:r>
                        <a:rPr lang="en-IN" sz="16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,82,000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IMPLEMENTATION STATUS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- ATHER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48335" y="734695"/>
          <a:ext cx="10133330" cy="5137150"/>
        </p:xfrm>
        <a:graphic>
          <a:graphicData uri="http://schemas.openxmlformats.org/drawingml/2006/table">
            <a:tbl>
              <a:tblPr/>
              <a:tblGrid>
                <a:gridCol w="2346325"/>
                <a:gridCol w="249555"/>
                <a:gridCol w="249555"/>
                <a:gridCol w="248285"/>
                <a:gridCol w="249555"/>
                <a:gridCol w="249555"/>
                <a:gridCol w="248920"/>
                <a:gridCol w="249555"/>
                <a:gridCol w="249555"/>
                <a:gridCol w="248920"/>
                <a:gridCol w="368935"/>
                <a:gridCol w="370205"/>
                <a:gridCol w="368935"/>
                <a:gridCol w="370205"/>
                <a:gridCol w="369570"/>
                <a:gridCol w="369570"/>
                <a:gridCol w="369570"/>
                <a:gridCol w="370205"/>
                <a:gridCol w="368935"/>
                <a:gridCol w="370205"/>
                <a:gridCol w="368300"/>
                <a:gridCol w="370205"/>
                <a:gridCol w="369570"/>
                <a:gridCol w="369570"/>
                <a:gridCol w="369570"/>
              </a:tblGrid>
              <a:tr h="259715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ATHER LINE ACTIVITY CHART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E79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Jul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Aug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Sep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Oct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Nov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Dec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Week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5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9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19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Receipt of Purchase order / LOI 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Detailed layout , Drawing and BOQ submission for Approval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Manufacturing - Mechanical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Manufacturing - Electrical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Assembly - Mechanical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Assembly - Electrical (including Panel interface)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Internal Trials (no load test)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FAT Test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I&amp;C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574415" y="5869305"/>
            <a:ext cx="8086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b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Current status -  </a:t>
            </a:r>
            <a:r>
              <a:rPr lang="en-US" altLang="en-IN" sz="2400" b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MD approval</a:t>
            </a:r>
            <a:endParaRPr lang="en-US" altLang="en-IN" sz="2400" b="1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8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Daimler line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Machine Tending </a:t>
            </a:r>
            <a:endParaRPr lang="en-US" sz="3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48285" y="705485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3D Isometric Layout</a:t>
            </a:r>
            <a:endParaRPr 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  <p:pic>
        <p:nvPicPr>
          <p:cNvPr id="8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41805" y="1771015"/>
            <a:ext cx="8404860" cy="413893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294005" y="73634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2</a:t>
            </a: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D Floor Layout</a:t>
            </a: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935470" y="1335221"/>
            <a:ext cx="9742805" cy="3896360"/>
            <a:chOff x="199505" y="1941011"/>
            <a:chExt cx="9742805" cy="389636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9505" y="1941011"/>
              <a:ext cx="9742516" cy="3528227"/>
            </a:xfrm>
            <a:prstGeom prst="rect">
              <a:avLst/>
            </a:prstGeom>
          </p:spPr>
        </p:pic>
        <p:sp>
          <p:nvSpPr>
            <p:cNvPr id="8" name="object 4"/>
            <p:cNvSpPr/>
            <p:nvPr/>
          </p:nvSpPr>
          <p:spPr>
            <a:xfrm>
              <a:off x="2738627" y="4017264"/>
              <a:ext cx="655320" cy="582295"/>
            </a:xfrm>
            <a:custGeom>
              <a:avLst/>
              <a:gdLst/>
              <a:ahLst/>
              <a:cxnLst/>
              <a:rect l="l" t="t" r="r" b="b"/>
              <a:pathLst>
                <a:path w="655320" h="582295">
                  <a:moveTo>
                    <a:pt x="0" y="291083"/>
                  </a:moveTo>
                  <a:lnTo>
                    <a:pt x="3543" y="248236"/>
                  </a:lnTo>
                  <a:lnTo>
                    <a:pt x="13840" y="207285"/>
                  </a:lnTo>
                  <a:lnTo>
                    <a:pt x="30389" y="168691"/>
                  </a:lnTo>
                  <a:lnTo>
                    <a:pt x="52688" y="132913"/>
                  </a:lnTo>
                  <a:lnTo>
                    <a:pt x="80236" y="100412"/>
                  </a:lnTo>
                  <a:lnTo>
                    <a:pt x="112530" y="71648"/>
                  </a:lnTo>
                  <a:lnTo>
                    <a:pt x="149071" y="47082"/>
                  </a:lnTo>
                  <a:lnTo>
                    <a:pt x="189356" y="27174"/>
                  </a:lnTo>
                  <a:lnTo>
                    <a:pt x="232883" y="12384"/>
                  </a:lnTo>
                  <a:lnTo>
                    <a:pt x="279151" y="3172"/>
                  </a:lnTo>
                  <a:lnTo>
                    <a:pt x="327660" y="0"/>
                  </a:lnTo>
                  <a:lnTo>
                    <a:pt x="376168" y="3172"/>
                  </a:lnTo>
                  <a:lnTo>
                    <a:pt x="422436" y="12384"/>
                  </a:lnTo>
                  <a:lnTo>
                    <a:pt x="465963" y="27174"/>
                  </a:lnTo>
                  <a:lnTo>
                    <a:pt x="506248" y="47082"/>
                  </a:lnTo>
                  <a:lnTo>
                    <a:pt x="542789" y="71648"/>
                  </a:lnTo>
                  <a:lnTo>
                    <a:pt x="575083" y="100412"/>
                  </a:lnTo>
                  <a:lnTo>
                    <a:pt x="602631" y="132913"/>
                  </a:lnTo>
                  <a:lnTo>
                    <a:pt x="624930" y="168691"/>
                  </a:lnTo>
                  <a:lnTo>
                    <a:pt x="641479" y="207285"/>
                  </a:lnTo>
                  <a:lnTo>
                    <a:pt x="651776" y="248236"/>
                  </a:lnTo>
                  <a:lnTo>
                    <a:pt x="655320" y="291083"/>
                  </a:lnTo>
                  <a:lnTo>
                    <a:pt x="651776" y="333931"/>
                  </a:lnTo>
                  <a:lnTo>
                    <a:pt x="641479" y="374882"/>
                  </a:lnTo>
                  <a:lnTo>
                    <a:pt x="624930" y="413476"/>
                  </a:lnTo>
                  <a:lnTo>
                    <a:pt x="602631" y="449254"/>
                  </a:lnTo>
                  <a:lnTo>
                    <a:pt x="575083" y="481755"/>
                  </a:lnTo>
                  <a:lnTo>
                    <a:pt x="542789" y="510519"/>
                  </a:lnTo>
                  <a:lnTo>
                    <a:pt x="506248" y="535085"/>
                  </a:lnTo>
                  <a:lnTo>
                    <a:pt x="465963" y="554993"/>
                  </a:lnTo>
                  <a:lnTo>
                    <a:pt x="422436" y="569783"/>
                  </a:lnTo>
                  <a:lnTo>
                    <a:pt x="376168" y="578995"/>
                  </a:lnTo>
                  <a:lnTo>
                    <a:pt x="327660" y="582167"/>
                  </a:lnTo>
                  <a:lnTo>
                    <a:pt x="279151" y="578995"/>
                  </a:lnTo>
                  <a:lnTo>
                    <a:pt x="232883" y="569783"/>
                  </a:lnTo>
                  <a:lnTo>
                    <a:pt x="189356" y="554993"/>
                  </a:lnTo>
                  <a:lnTo>
                    <a:pt x="149071" y="535085"/>
                  </a:lnTo>
                  <a:lnTo>
                    <a:pt x="112530" y="510519"/>
                  </a:lnTo>
                  <a:lnTo>
                    <a:pt x="80236" y="481755"/>
                  </a:lnTo>
                  <a:lnTo>
                    <a:pt x="52688" y="449254"/>
                  </a:lnTo>
                  <a:lnTo>
                    <a:pt x="30389" y="413476"/>
                  </a:lnTo>
                  <a:lnTo>
                    <a:pt x="13840" y="374882"/>
                  </a:lnTo>
                  <a:lnTo>
                    <a:pt x="3543" y="333931"/>
                  </a:lnTo>
                  <a:lnTo>
                    <a:pt x="0" y="291083"/>
                  </a:lnTo>
                </a:path>
              </a:pathLst>
            </a:custGeom>
            <a:ln w="21336">
              <a:solidFill>
                <a:srgbClr val="162B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5"/>
            <p:cNvSpPr/>
            <p:nvPr/>
          </p:nvSpPr>
          <p:spPr>
            <a:xfrm>
              <a:off x="3060192" y="4599432"/>
              <a:ext cx="334010" cy="1237615"/>
            </a:xfrm>
            <a:custGeom>
              <a:avLst/>
              <a:gdLst/>
              <a:ahLst/>
              <a:cxnLst/>
              <a:rect l="l" t="t" r="r" b="b"/>
              <a:pathLst>
                <a:path w="334010" h="1237614">
                  <a:moveTo>
                    <a:pt x="262128" y="623316"/>
                  </a:moveTo>
                  <a:lnTo>
                    <a:pt x="0" y="623316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612648"/>
                  </a:lnTo>
                  <a:lnTo>
                    <a:pt x="6096" y="612648"/>
                  </a:lnTo>
                  <a:lnTo>
                    <a:pt x="12192" y="618744"/>
                  </a:lnTo>
                  <a:lnTo>
                    <a:pt x="262128" y="618744"/>
                  </a:lnTo>
                  <a:lnTo>
                    <a:pt x="262128" y="623316"/>
                  </a:lnTo>
                  <a:close/>
                </a:path>
                <a:path w="334010" h="1237614">
                  <a:moveTo>
                    <a:pt x="12192" y="618744"/>
                  </a:moveTo>
                  <a:lnTo>
                    <a:pt x="6096" y="612648"/>
                  </a:lnTo>
                  <a:lnTo>
                    <a:pt x="12192" y="612648"/>
                  </a:lnTo>
                  <a:lnTo>
                    <a:pt x="12192" y="618744"/>
                  </a:lnTo>
                  <a:close/>
                </a:path>
                <a:path w="334010" h="1237614">
                  <a:moveTo>
                    <a:pt x="272795" y="623316"/>
                  </a:moveTo>
                  <a:lnTo>
                    <a:pt x="268224" y="623316"/>
                  </a:lnTo>
                  <a:lnTo>
                    <a:pt x="262128" y="618744"/>
                  </a:lnTo>
                  <a:lnTo>
                    <a:pt x="12192" y="618744"/>
                  </a:lnTo>
                  <a:lnTo>
                    <a:pt x="12192" y="612648"/>
                  </a:lnTo>
                  <a:lnTo>
                    <a:pt x="272795" y="612648"/>
                  </a:lnTo>
                  <a:lnTo>
                    <a:pt x="272795" y="623316"/>
                  </a:lnTo>
                  <a:close/>
                </a:path>
                <a:path w="334010" h="1237614">
                  <a:moveTo>
                    <a:pt x="272795" y="1127760"/>
                  </a:moveTo>
                  <a:lnTo>
                    <a:pt x="262128" y="1127760"/>
                  </a:lnTo>
                  <a:lnTo>
                    <a:pt x="262128" y="618744"/>
                  </a:lnTo>
                  <a:lnTo>
                    <a:pt x="268224" y="623316"/>
                  </a:lnTo>
                  <a:lnTo>
                    <a:pt x="272795" y="623316"/>
                  </a:lnTo>
                  <a:lnTo>
                    <a:pt x="272795" y="1127760"/>
                  </a:lnTo>
                  <a:close/>
                </a:path>
                <a:path w="334010" h="1237614">
                  <a:moveTo>
                    <a:pt x="268224" y="1237488"/>
                  </a:moveTo>
                  <a:lnTo>
                    <a:pt x="202692" y="1106424"/>
                  </a:lnTo>
                  <a:lnTo>
                    <a:pt x="262128" y="1106424"/>
                  </a:lnTo>
                  <a:lnTo>
                    <a:pt x="262128" y="1127760"/>
                  </a:lnTo>
                  <a:lnTo>
                    <a:pt x="323088" y="1127760"/>
                  </a:lnTo>
                  <a:lnTo>
                    <a:pt x="268224" y="1237488"/>
                  </a:lnTo>
                  <a:close/>
                </a:path>
                <a:path w="334010" h="1237614">
                  <a:moveTo>
                    <a:pt x="323088" y="1127760"/>
                  </a:moveTo>
                  <a:lnTo>
                    <a:pt x="272795" y="1127760"/>
                  </a:lnTo>
                  <a:lnTo>
                    <a:pt x="272795" y="1106424"/>
                  </a:lnTo>
                  <a:lnTo>
                    <a:pt x="333756" y="1106424"/>
                  </a:lnTo>
                  <a:lnTo>
                    <a:pt x="323088" y="112776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object 2"/>
          <p:cNvGrpSpPr/>
          <p:nvPr/>
        </p:nvGrpSpPr>
        <p:grpSpPr>
          <a:xfrm>
            <a:off x="1308856" y="1861009"/>
            <a:ext cx="2691130" cy="3524885"/>
            <a:chOff x="275076" y="1986739"/>
            <a:chExt cx="2691130" cy="3524885"/>
          </a:xfrm>
        </p:grpSpPr>
        <p:pic>
          <p:nvPicPr>
            <p:cNvPr id="10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5076" y="1986739"/>
              <a:ext cx="2393393" cy="3524461"/>
            </a:xfrm>
            <a:prstGeom prst="rect">
              <a:avLst/>
            </a:prstGeom>
          </p:spPr>
        </p:pic>
        <p:sp>
          <p:nvSpPr>
            <p:cNvPr id="11" name="object 4"/>
            <p:cNvSpPr/>
            <p:nvPr/>
          </p:nvSpPr>
          <p:spPr>
            <a:xfrm>
              <a:off x="1316736" y="3250704"/>
              <a:ext cx="1649095" cy="2165985"/>
            </a:xfrm>
            <a:custGeom>
              <a:avLst/>
              <a:gdLst/>
              <a:ahLst/>
              <a:cxnLst/>
              <a:rect l="l" t="t" r="r" b="b"/>
              <a:pathLst>
                <a:path w="1649095" h="2165985">
                  <a:moveTo>
                    <a:pt x="1598663" y="935736"/>
                  </a:moveTo>
                  <a:lnTo>
                    <a:pt x="1586471" y="929640"/>
                  </a:lnTo>
                  <a:lnTo>
                    <a:pt x="1467599" y="870204"/>
                  </a:lnTo>
                  <a:lnTo>
                    <a:pt x="1467599" y="929640"/>
                  </a:lnTo>
                  <a:lnTo>
                    <a:pt x="1322819" y="929640"/>
                  </a:lnTo>
                  <a:lnTo>
                    <a:pt x="1322819" y="940308"/>
                  </a:lnTo>
                  <a:lnTo>
                    <a:pt x="1467599" y="940308"/>
                  </a:lnTo>
                  <a:lnTo>
                    <a:pt x="1467599" y="1001268"/>
                  </a:lnTo>
                  <a:lnTo>
                    <a:pt x="1589519" y="940308"/>
                  </a:lnTo>
                  <a:lnTo>
                    <a:pt x="1598663" y="935736"/>
                  </a:lnTo>
                  <a:close/>
                </a:path>
                <a:path w="1649095" h="2165985">
                  <a:moveTo>
                    <a:pt x="1598676" y="2100059"/>
                  </a:moveTo>
                  <a:lnTo>
                    <a:pt x="1467612" y="2034527"/>
                  </a:lnTo>
                  <a:lnTo>
                    <a:pt x="1466900" y="2095347"/>
                  </a:lnTo>
                  <a:lnTo>
                    <a:pt x="297180" y="2087867"/>
                  </a:lnTo>
                  <a:lnTo>
                    <a:pt x="297180" y="2098535"/>
                  </a:lnTo>
                  <a:lnTo>
                    <a:pt x="1466773" y="2106015"/>
                  </a:lnTo>
                  <a:lnTo>
                    <a:pt x="1466773" y="2106155"/>
                  </a:lnTo>
                  <a:lnTo>
                    <a:pt x="1466088" y="2165591"/>
                  </a:lnTo>
                  <a:lnTo>
                    <a:pt x="1586331" y="2106155"/>
                  </a:lnTo>
                  <a:lnTo>
                    <a:pt x="1598676" y="2100059"/>
                  </a:lnTo>
                  <a:close/>
                </a:path>
                <a:path w="1649095" h="2165985">
                  <a:moveTo>
                    <a:pt x="1642414" y="59436"/>
                  </a:moveTo>
                  <a:lnTo>
                    <a:pt x="1514856" y="0"/>
                  </a:lnTo>
                  <a:lnTo>
                    <a:pt x="1516926" y="59436"/>
                  </a:lnTo>
                  <a:lnTo>
                    <a:pt x="1539240" y="59436"/>
                  </a:lnTo>
                  <a:lnTo>
                    <a:pt x="1642414" y="59436"/>
                  </a:lnTo>
                  <a:close/>
                </a:path>
                <a:path w="1649095" h="2165985">
                  <a:moveTo>
                    <a:pt x="1648968" y="62484"/>
                  </a:moveTo>
                  <a:lnTo>
                    <a:pt x="1643888" y="60109"/>
                  </a:lnTo>
                  <a:lnTo>
                    <a:pt x="1539240" y="60109"/>
                  </a:lnTo>
                  <a:lnTo>
                    <a:pt x="1516951" y="60109"/>
                  </a:lnTo>
                  <a:lnTo>
                    <a:pt x="0" y="106680"/>
                  </a:lnTo>
                  <a:lnTo>
                    <a:pt x="0" y="117348"/>
                  </a:lnTo>
                  <a:lnTo>
                    <a:pt x="1517319" y="70764"/>
                  </a:lnTo>
                  <a:lnTo>
                    <a:pt x="1519428" y="131064"/>
                  </a:lnTo>
                  <a:lnTo>
                    <a:pt x="1648968" y="6248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5"/>
          <p:cNvSpPr txBox="1"/>
          <p:nvPr/>
        </p:nvSpPr>
        <p:spPr>
          <a:xfrm>
            <a:off x="4017209" y="3028384"/>
            <a:ext cx="1882139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dirty="0">
                <a:latin typeface="Calibri" panose="020F0502020204030204"/>
                <a:cs typeface="Calibri" panose="020F0502020204030204"/>
              </a:rPr>
              <a:t>Part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presence</a:t>
            </a:r>
            <a:r>
              <a:rPr sz="17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sensor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6263669" y="2072912"/>
            <a:ext cx="1882139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dirty="0">
                <a:latin typeface="Calibri" panose="020F0502020204030204"/>
                <a:cs typeface="Calibri" panose="020F0502020204030204"/>
              </a:rPr>
              <a:t>Part</a:t>
            </a:r>
            <a:r>
              <a:rPr sz="17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presence</a:t>
            </a:r>
            <a:r>
              <a:rPr sz="17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sensor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7"/>
          <p:cNvSpPr/>
          <p:nvPr/>
        </p:nvSpPr>
        <p:spPr>
          <a:xfrm>
            <a:off x="6059932" y="1497329"/>
            <a:ext cx="12700" cy="4566285"/>
          </a:xfrm>
          <a:custGeom>
            <a:avLst/>
            <a:gdLst/>
            <a:ahLst/>
            <a:cxnLst/>
            <a:rect l="l" t="t" r="r" b="b"/>
            <a:pathLst>
              <a:path w="12700" h="4566285">
                <a:moveTo>
                  <a:pt x="0" y="0"/>
                </a:moveTo>
                <a:lnTo>
                  <a:pt x="12192" y="4565904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8"/>
          <p:cNvSpPr txBox="1"/>
          <p:nvPr/>
        </p:nvSpPr>
        <p:spPr>
          <a:xfrm>
            <a:off x="2014753" y="1350483"/>
            <a:ext cx="86106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b="1" spc="-70" dirty="0">
                <a:latin typeface="Calibri" panose="020F0502020204030204"/>
                <a:cs typeface="Calibri" panose="020F0502020204030204"/>
              </a:rPr>
              <a:t>Input</a:t>
            </a:r>
            <a:r>
              <a:rPr sz="1700" b="1" spc="-15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35" dirty="0">
                <a:latin typeface="Calibri" panose="020F0502020204030204"/>
                <a:cs typeface="Calibri" panose="020F0502020204030204"/>
              </a:rPr>
              <a:t>Tray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9"/>
          <p:cNvSpPr txBox="1"/>
          <p:nvPr/>
        </p:nvSpPr>
        <p:spPr>
          <a:xfrm>
            <a:off x="9034321" y="1350483"/>
            <a:ext cx="10160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b="1" spc="-75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700" b="1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35" dirty="0">
                <a:latin typeface="Calibri" panose="020F0502020204030204"/>
                <a:cs typeface="Calibri" panose="020F0502020204030204"/>
              </a:rPr>
              <a:t>Tray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0"/>
          <p:cNvSpPr txBox="1"/>
          <p:nvPr/>
        </p:nvSpPr>
        <p:spPr>
          <a:xfrm>
            <a:off x="4101062" y="4415249"/>
            <a:ext cx="4029710" cy="9245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12060">
              <a:lnSpc>
                <a:spcPct val="100000"/>
              </a:lnSpc>
              <a:spcBef>
                <a:spcPts val="115"/>
              </a:spcBef>
            </a:pPr>
            <a:r>
              <a:rPr sz="1700" dirty="0">
                <a:latin typeface="Calibri" panose="020F0502020204030204"/>
                <a:cs typeface="Calibri" panose="020F0502020204030204"/>
              </a:rPr>
              <a:t>Grouting</a:t>
            </a:r>
            <a:r>
              <a:rPr sz="17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Bracket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7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latin typeface="Calibri" panose="020F0502020204030204"/>
                <a:cs typeface="Calibri" panose="020F0502020204030204"/>
              </a:rPr>
              <a:t>Grouting</a:t>
            </a:r>
            <a:r>
              <a:rPr sz="17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Bracket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4111703" y="3894044"/>
            <a:ext cx="1570355" cy="549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2920" marR="5080" indent="-490855">
              <a:lnSpc>
                <a:spcPct val="101000"/>
              </a:lnSpc>
              <a:spcBef>
                <a:spcPts val="90"/>
              </a:spcBef>
            </a:pPr>
            <a:r>
              <a:rPr sz="1700" dirty="0">
                <a:latin typeface="Calibri" panose="020F0502020204030204"/>
                <a:cs typeface="Calibri" panose="020F0502020204030204"/>
              </a:rPr>
              <a:t>Aluminum</a:t>
            </a:r>
            <a:r>
              <a:rPr sz="17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Profile Frame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2"/>
          <p:cNvSpPr txBox="1"/>
          <p:nvPr/>
        </p:nvSpPr>
        <p:spPr>
          <a:xfrm>
            <a:off x="6518099" y="3666961"/>
            <a:ext cx="1570355" cy="549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2920" marR="5080" indent="-490855">
              <a:lnSpc>
                <a:spcPct val="101000"/>
              </a:lnSpc>
              <a:spcBef>
                <a:spcPts val="90"/>
              </a:spcBef>
            </a:pPr>
            <a:r>
              <a:rPr sz="1700" dirty="0">
                <a:latin typeface="Calibri" panose="020F0502020204030204"/>
                <a:cs typeface="Calibri" panose="020F0502020204030204"/>
              </a:rPr>
              <a:t>Aluminum</a:t>
            </a:r>
            <a:r>
              <a:rPr sz="17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Profile Frame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1" name="object 14"/>
          <p:cNvGrpSpPr/>
          <p:nvPr/>
        </p:nvGrpSpPr>
        <p:grpSpPr>
          <a:xfrm>
            <a:off x="8216391" y="2056365"/>
            <a:ext cx="2739390" cy="3192780"/>
            <a:chOff x="7182611" y="2182095"/>
            <a:chExt cx="2739390" cy="3192780"/>
          </a:xfrm>
        </p:grpSpPr>
        <p:pic>
          <p:nvPicPr>
            <p:cNvPr id="22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8109" y="2182095"/>
              <a:ext cx="2393701" cy="3192489"/>
            </a:xfrm>
            <a:prstGeom prst="rect">
              <a:avLst/>
            </a:prstGeom>
          </p:spPr>
        </p:pic>
        <p:sp>
          <p:nvSpPr>
            <p:cNvPr id="23" name="object 16"/>
            <p:cNvSpPr/>
            <p:nvPr/>
          </p:nvSpPr>
          <p:spPr>
            <a:xfrm>
              <a:off x="7182599" y="2290584"/>
              <a:ext cx="1993900" cy="2473960"/>
            </a:xfrm>
            <a:custGeom>
              <a:avLst/>
              <a:gdLst/>
              <a:ahLst/>
              <a:cxnLst/>
              <a:rect l="l" t="t" r="r" b="b"/>
              <a:pathLst>
                <a:path w="1993900" h="2473960">
                  <a:moveTo>
                    <a:pt x="451116" y="2403335"/>
                  </a:moveTo>
                  <a:lnTo>
                    <a:pt x="131076" y="2403335"/>
                  </a:lnTo>
                  <a:lnTo>
                    <a:pt x="131076" y="2343899"/>
                  </a:lnTo>
                  <a:lnTo>
                    <a:pt x="0" y="2407907"/>
                  </a:lnTo>
                  <a:lnTo>
                    <a:pt x="131076" y="2473439"/>
                  </a:lnTo>
                  <a:lnTo>
                    <a:pt x="131076" y="2414003"/>
                  </a:lnTo>
                  <a:lnTo>
                    <a:pt x="451116" y="2414003"/>
                  </a:lnTo>
                  <a:lnTo>
                    <a:pt x="451116" y="2403335"/>
                  </a:lnTo>
                  <a:close/>
                </a:path>
                <a:path w="1993900" h="2473960">
                  <a:moveTo>
                    <a:pt x="553212" y="1668767"/>
                  </a:moveTo>
                  <a:lnTo>
                    <a:pt x="233172" y="1668767"/>
                  </a:lnTo>
                  <a:lnTo>
                    <a:pt x="233172" y="1609331"/>
                  </a:lnTo>
                  <a:lnTo>
                    <a:pt x="102108" y="1674863"/>
                  </a:lnTo>
                  <a:lnTo>
                    <a:pt x="233172" y="1740395"/>
                  </a:lnTo>
                  <a:lnTo>
                    <a:pt x="233172" y="1680959"/>
                  </a:lnTo>
                  <a:lnTo>
                    <a:pt x="553212" y="1680959"/>
                  </a:lnTo>
                  <a:lnTo>
                    <a:pt x="553212" y="1668767"/>
                  </a:lnTo>
                  <a:close/>
                </a:path>
                <a:path w="1993900" h="2473960">
                  <a:moveTo>
                    <a:pt x="1328928" y="60960"/>
                  </a:moveTo>
                  <a:lnTo>
                    <a:pt x="131064" y="60960"/>
                  </a:lnTo>
                  <a:lnTo>
                    <a:pt x="131064" y="0"/>
                  </a:lnTo>
                  <a:lnTo>
                    <a:pt x="0" y="65532"/>
                  </a:lnTo>
                  <a:lnTo>
                    <a:pt x="131064" y="131064"/>
                  </a:lnTo>
                  <a:lnTo>
                    <a:pt x="131064" y="71628"/>
                  </a:lnTo>
                  <a:lnTo>
                    <a:pt x="1328928" y="71628"/>
                  </a:lnTo>
                  <a:lnTo>
                    <a:pt x="1328928" y="60960"/>
                  </a:lnTo>
                  <a:close/>
                </a:path>
                <a:path w="1993900" h="2473960">
                  <a:moveTo>
                    <a:pt x="1993392" y="1083551"/>
                  </a:moveTo>
                  <a:lnTo>
                    <a:pt x="201168" y="1083551"/>
                  </a:lnTo>
                  <a:lnTo>
                    <a:pt x="201168" y="1024115"/>
                  </a:lnTo>
                  <a:lnTo>
                    <a:pt x="70104" y="1089647"/>
                  </a:lnTo>
                  <a:lnTo>
                    <a:pt x="201168" y="1155179"/>
                  </a:lnTo>
                  <a:lnTo>
                    <a:pt x="201168" y="1094219"/>
                  </a:lnTo>
                  <a:lnTo>
                    <a:pt x="1993392" y="1094219"/>
                  </a:lnTo>
                  <a:lnTo>
                    <a:pt x="1993392" y="1083551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17"/>
          <p:cNvSpPr txBox="1"/>
          <p:nvPr/>
        </p:nvSpPr>
        <p:spPr>
          <a:xfrm>
            <a:off x="6403813" y="3078717"/>
            <a:ext cx="180149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dirty="0">
                <a:latin typeface="Calibri" panose="020F0502020204030204"/>
                <a:cs typeface="Calibri" panose="020F0502020204030204"/>
              </a:rPr>
              <a:t>Bin</a:t>
            </a:r>
            <a:r>
              <a:rPr sz="17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dirty="0">
                <a:latin typeface="Calibri" panose="020F0502020204030204"/>
                <a:cs typeface="Calibri" panose="020F0502020204030204"/>
              </a:rPr>
              <a:t>presence</a:t>
            </a:r>
            <a:r>
              <a:rPr sz="17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spc="-10" dirty="0">
                <a:latin typeface="Calibri" panose="020F0502020204030204"/>
                <a:cs typeface="Calibri" panose="020F0502020204030204"/>
              </a:rPr>
              <a:t>sensor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18"/>
          <p:cNvSpPr txBox="1"/>
          <p:nvPr/>
        </p:nvSpPr>
        <p:spPr>
          <a:xfrm>
            <a:off x="9612887" y="6317997"/>
            <a:ext cx="153035" cy="1758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25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9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363672" y="1312915"/>
            <a:ext cx="236601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00" b="1" dirty="0">
                <a:latin typeface="Calibri" panose="020F0502020204030204"/>
                <a:cs typeface="Calibri" panose="020F0502020204030204"/>
              </a:rPr>
              <a:t>CYCLE</a:t>
            </a:r>
            <a:r>
              <a:rPr sz="17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latin typeface="Calibri" panose="020F0502020204030204"/>
                <a:cs typeface="Calibri" panose="020F0502020204030204"/>
              </a:rPr>
              <a:t>TIME</a:t>
            </a:r>
            <a:r>
              <a:rPr sz="17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10" dirty="0">
                <a:latin typeface="Calibri" panose="020F0502020204030204"/>
                <a:cs typeface="Calibri" panose="020F0502020204030204"/>
              </a:rPr>
              <a:t>CALCULATION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object 7"/>
          <p:cNvGraphicFramePr>
            <a:graphicFrameLocks noGrp="1"/>
          </p:cNvGraphicFramePr>
          <p:nvPr/>
        </p:nvGraphicFramePr>
        <p:xfrm>
          <a:off x="1022095" y="1897126"/>
          <a:ext cx="10048240" cy="283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270"/>
                <a:gridCol w="977900"/>
                <a:gridCol w="1070609"/>
                <a:gridCol w="1256664"/>
                <a:gridCol w="1322069"/>
                <a:gridCol w="1783714"/>
                <a:gridCol w="1581150"/>
                <a:gridCol w="1189354"/>
              </a:tblGrid>
              <a:tr h="863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550" b="1" spc="-20" dirty="0"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0640" algn="ctr">
                        <a:lnSpc>
                          <a:spcPct val="100000"/>
                        </a:lnSpc>
                      </a:pP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Part</a:t>
                      </a:r>
                      <a:r>
                        <a:rPr sz="155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86055">
                        <a:lnSpc>
                          <a:spcPts val="1850"/>
                        </a:lnSpc>
                        <a:spcBef>
                          <a:spcPts val="1505"/>
                        </a:spcBef>
                      </a:pPr>
                      <a:r>
                        <a:rPr sz="1550" b="1" spc="-10" dirty="0">
                          <a:latin typeface="Calibri" panose="020F0502020204030204"/>
                          <a:cs typeface="Calibri" panose="020F0502020204030204"/>
                        </a:rPr>
                        <a:t>Output </a:t>
                      </a: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Per</a:t>
                      </a:r>
                      <a:r>
                        <a:rPr sz="1550" b="1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20" dirty="0">
                          <a:latin typeface="Calibri" panose="020F0502020204030204"/>
                          <a:cs typeface="Calibri" panose="020F0502020204030204"/>
                        </a:rPr>
                        <a:t>Hour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1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86690">
                        <a:lnSpc>
                          <a:spcPts val="1850"/>
                        </a:lnSpc>
                        <a:spcBef>
                          <a:spcPts val="1505"/>
                        </a:spcBef>
                      </a:pP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55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25" dirty="0">
                          <a:latin typeface="Calibri" panose="020F0502020204030204"/>
                          <a:cs typeface="Calibri" panose="020F0502020204030204"/>
                        </a:rPr>
                        <a:t>Per </a:t>
                      </a:r>
                      <a:r>
                        <a:rPr sz="1550" b="1" spc="-10" dirty="0">
                          <a:latin typeface="Calibri" panose="020F0502020204030204"/>
                          <a:cs typeface="Calibri" panose="020F0502020204030204"/>
                        </a:rPr>
                        <a:t>Shift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1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250825">
                        <a:lnSpc>
                          <a:spcPts val="1850"/>
                        </a:lnSpc>
                        <a:spcBef>
                          <a:spcPts val="1505"/>
                        </a:spcBef>
                      </a:pP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55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25" dirty="0">
                          <a:latin typeface="Calibri" panose="020F0502020204030204"/>
                          <a:cs typeface="Calibri" panose="020F0502020204030204"/>
                        </a:rPr>
                        <a:t>Per day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1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39751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Production</a:t>
                      </a:r>
                      <a:r>
                        <a:rPr sz="1550" b="1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25" dirty="0">
                          <a:latin typeface="Calibri" panose="020F0502020204030204"/>
                          <a:cs typeface="Calibri" panose="020F0502020204030204"/>
                        </a:rPr>
                        <a:t>per </a:t>
                      </a: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Month</a:t>
                      </a:r>
                      <a:r>
                        <a:rPr sz="155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10" dirty="0">
                          <a:latin typeface="Calibri" panose="020F0502020204030204"/>
                          <a:cs typeface="Calibri" panose="020F0502020204030204"/>
                        </a:rPr>
                        <a:t>Using Cobot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346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550" b="1" spc="-10" dirty="0">
                          <a:latin typeface="Calibri" panose="020F0502020204030204"/>
                          <a:cs typeface="Calibri" panose="020F0502020204030204"/>
                        </a:rPr>
                        <a:t>Production Requirement </a:t>
                      </a:r>
                      <a:r>
                        <a:rPr sz="1550" b="1" dirty="0">
                          <a:latin typeface="Calibri" panose="020F0502020204030204"/>
                          <a:cs typeface="Calibri" panose="020F0502020204030204"/>
                        </a:rPr>
                        <a:t>by</a:t>
                      </a:r>
                      <a:r>
                        <a:rPr sz="155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550" b="1" spc="-10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0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1550" b="1" spc="-10" dirty="0">
                          <a:latin typeface="Calibri" panose="020F0502020204030204"/>
                          <a:cs typeface="Calibri" panose="020F0502020204030204"/>
                        </a:rPr>
                        <a:t>Efficiency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0" dirty="0">
                          <a:latin typeface="Calibri" panose="020F0502020204030204"/>
                          <a:cs typeface="Calibri" panose="020F0502020204030204"/>
                        </a:rPr>
                        <a:t>1217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24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180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540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14040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15000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85%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0" dirty="0">
                          <a:latin typeface="Calibri" panose="020F0502020204030204"/>
                          <a:cs typeface="Calibri" panose="020F0502020204030204"/>
                        </a:rPr>
                        <a:t>1218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157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472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12272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15000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85%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0" dirty="0">
                          <a:latin typeface="Calibri" panose="020F0502020204030204"/>
                          <a:cs typeface="Calibri" panose="020F0502020204030204"/>
                        </a:rPr>
                        <a:t>1361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30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225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675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17550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25000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85%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0" dirty="0">
                          <a:latin typeface="Calibri" panose="020F0502020204030204"/>
                          <a:cs typeface="Calibri" panose="020F0502020204030204"/>
                        </a:rPr>
                        <a:t>1142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142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427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11102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10" dirty="0">
                          <a:latin typeface="Calibri" panose="020F0502020204030204"/>
                          <a:cs typeface="Calibri" panose="020F0502020204030204"/>
                        </a:rPr>
                        <a:t>15000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50" spc="-25" dirty="0">
                          <a:latin typeface="Calibri" panose="020F0502020204030204"/>
                          <a:cs typeface="Calibri" panose="020F0502020204030204"/>
                        </a:rPr>
                        <a:t>85%</a:t>
                      </a:r>
                      <a:endParaRPr sz="15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DAP APPROVAL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IMG-20260804-WA0000"/>
          <p:cNvPicPr>
            <a:picLocks noChangeAspect="1"/>
          </p:cNvPicPr>
          <p:nvPr/>
        </p:nvPicPr>
        <p:blipFill>
          <a:blip r:embed="rId1"/>
          <a:srcRect l="10581" t="17146" r="16294" b="8956"/>
          <a:stretch>
            <a:fillRect/>
          </a:stretch>
        </p:blipFill>
        <p:spPr>
          <a:xfrm rot="5400000">
            <a:off x="3335020" y="288290"/>
            <a:ext cx="5523230" cy="643953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222250" y="717550"/>
          <a:ext cx="11650980" cy="5347970"/>
        </p:xfrm>
        <a:graphic>
          <a:graphicData uri="http://schemas.openxmlformats.org/drawingml/2006/table">
            <a:tbl>
              <a:tblPr/>
              <a:tblGrid>
                <a:gridCol w="913765"/>
                <a:gridCol w="5619750"/>
                <a:gridCol w="2147570"/>
                <a:gridCol w="1872615"/>
                <a:gridCol w="1097280"/>
              </a:tblGrid>
              <a:tr h="377190">
                <a:tc gridSpan="5">
                  <a:txBody>
                    <a:bodyPr/>
                    <a:p>
                      <a:pPr algn="ctr" fontAlgn="b"/>
                      <a:r>
                        <a:rPr lang="en-I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 LINE TRACKER</a:t>
                      </a:r>
                      <a:endParaRPr lang="en-I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Description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Date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Date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Status</a:t>
                      </a:r>
                      <a:endParaRPr sz="14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Requirement Date &amp; Initial Feasibility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30-Jun-25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30-Jun-25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Plant Input &amp; Cycle Time Study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03-Jul-25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10-Jul-25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3939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Budgetary Estimation &amp; RFQ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25-Jul-25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20-Aug-25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Pre-Qualification &amp; NDA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09-Aug-25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04-Sep-25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RFQ Submission &amp; Tech Discussion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11-Aug-25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Site Evaluation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Offer Evaluation &amp; Tech Compliance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162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Risk Assessment &amp; Commercial Negotiation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06-Dec-25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Techno-Commercial Comparison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30-Jan-26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3939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Finalization &amp; Mgmt Approval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12-Oct-25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16-Feb-26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Scope Freeze &amp; PO Release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02-Nov-25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Payment &amp; Design Kick-off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03-Apr-26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9908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Design Approval (Robotic + Gripper + Conveyor)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04-Apr-26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Cobot Delivery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Fabrication (All Sub-systems)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Electrical / Controls Build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FAT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25-May-26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665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Dispatch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07-Jun-26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240030"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Installation &amp; Commissioning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13-Jun-26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23-Jul-26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STELLANTIS LINE 1 - PHASE 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33755" y="1117600"/>
          <a:ext cx="9950450" cy="4622482"/>
        </p:xfrm>
        <a:graphic>
          <a:graphicData uri="http://schemas.openxmlformats.org/drawingml/2006/table">
            <a:tbl>
              <a:tblPr/>
              <a:tblGrid>
                <a:gridCol w="4122420"/>
                <a:gridCol w="839470"/>
                <a:gridCol w="840105"/>
                <a:gridCol w="2035175"/>
                <a:gridCol w="2113280"/>
              </a:tblGrid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BOM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UOM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QTY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UNIT COST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COST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3050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Design &amp; Engineering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PLC Program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₹56,000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₹56,000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Project Management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Drawing and Documentation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₹2,04,000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₹2,04,000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 &amp; AMR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UR12e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₹17,00,000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₹68,00,000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</a:t>
                      </a:r>
                      <a:r>
                        <a:rPr sz="1400" b="1" i="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Fingure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₹55,100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₹5,51,000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Fingure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₹1,76,000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₹1,76,000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Mechanical Accessories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Pedestal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₹31,600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₹1,58,000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Input table &amp; Other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₹8,30,000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₹8,30,000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2987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E&amp;I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HMI , PLC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₹3,90,000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₹3,90,000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Control Panel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₹2,74,000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₹2,74,000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Digitalization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Lot`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</a:t>
                      </a:r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in system price 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 gridSpan="4">
                  <a:txBody>
                    <a:bodyPr/>
                    <a:lstStyle/>
                    <a:p>
                      <a:pPr algn="ctr" fontAlgn="ctr"/>
                      <a:r>
                        <a:rPr sz="17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TOTAL</a:t>
                      </a:r>
                      <a:endParaRPr sz="17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7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₹1,00,00,000</a:t>
                      </a:r>
                      <a:endParaRPr sz="17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MANPOWER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50265" y="737235"/>
          <a:ext cx="10922000" cy="3552820"/>
        </p:xfrm>
        <a:graphic>
          <a:graphicData uri="http://schemas.openxmlformats.org/drawingml/2006/table">
            <a:tbl>
              <a:tblPr/>
              <a:tblGrid>
                <a:gridCol w="531495"/>
                <a:gridCol w="987425"/>
                <a:gridCol w="2682875"/>
                <a:gridCol w="1253490"/>
                <a:gridCol w="1538605"/>
                <a:gridCol w="1169035"/>
                <a:gridCol w="1417320"/>
                <a:gridCol w="1341755"/>
              </a:tblGrid>
              <a:tr h="284480">
                <a:tc gridSpan="8"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 Reduction – DAIMLER LINE Automation</a:t>
                      </a:r>
                      <a:endParaRPr sz="1600" b="1" i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S.No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Part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Station / Operation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(Manual)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(After Automation)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Reduced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Avg. Monthly Cost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per Head (₹)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Monthly Cost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Savings (₹)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1218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 dirty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600" b="0" i="0" dirty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₹22000 x 3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₹66000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1217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1142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lang="en-US" sz="1600" b="0" i="0" dirty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lang="en-US"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₹22000 x </a:t>
                      </a:r>
                      <a:r>
                        <a:rPr lang="en-US"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lang="en-US"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</a:t>
                      </a:r>
                      <a:r>
                        <a:rPr lang="en-US"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66</a:t>
                      </a:r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000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1386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 gridSpan="3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3891280" y="4404995"/>
          <a:ext cx="5494020" cy="1846260"/>
        </p:xfrm>
        <a:graphic>
          <a:graphicData uri="http://schemas.openxmlformats.org/drawingml/2006/table">
            <a:tbl>
              <a:tblPr/>
              <a:tblGrid>
                <a:gridCol w="3947160"/>
                <a:gridCol w="1546860"/>
              </a:tblGrid>
              <a:tr h="25336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1F4E78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Summary</a:t>
                      </a:r>
                      <a:endParaRPr sz="1600" b="1" i="0">
                        <a:solidFill>
                          <a:srgbClr val="1F4E78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1F4E78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VALUE</a:t>
                      </a:r>
                      <a:endParaRPr sz="1600" b="1" i="0">
                        <a:solidFill>
                          <a:srgbClr val="1F4E78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Before (Manual)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After (Automation)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Reduced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 Manpower Reduction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70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.5%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Monthly Cost Savings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Annual Cost Savings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,8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4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91515" y="853440"/>
          <a:ext cx="10125075" cy="5026025"/>
        </p:xfrm>
        <a:graphic>
          <a:graphicData uri="http://schemas.openxmlformats.org/drawingml/2006/table">
            <a:tbl>
              <a:tblPr/>
              <a:tblGrid>
                <a:gridCol w="4491355"/>
                <a:gridCol w="3134360"/>
                <a:gridCol w="2499360"/>
              </a:tblGrid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Parameter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Calculation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Value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Machines Automated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Cobots Used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 UR12e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per Shift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Shifts per Day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Operators Required per Day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 × 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24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Salary per Operator per Month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Monthly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24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5,28,000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Annual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5,28,000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63,36,000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Monthly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Savings Due to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63,36,000 −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Automation Project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1,00,00,000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(Years)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1,00,00,000 ÷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(Months)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Months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 Reduction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08 − 0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Operators Reduced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Savings After 5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5) − 1,00,00,000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1,37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0730" cy="6172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TIME CALCULATION  —  OP10 &amp; OP20</a:t>
            </a:r>
            <a:r>
              <a:rPr lang="en-IN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DAIMLER LINE</a:t>
            </a:r>
            <a:endParaRPr lang="en-IN" alt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463550" y="1447165"/>
          <a:ext cx="10986770" cy="415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350"/>
                <a:gridCol w="1103630"/>
                <a:gridCol w="1210310"/>
                <a:gridCol w="1199515"/>
                <a:gridCol w="1257935"/>
                <a:gridCol w="1230630"/>
                <a:gridCol w="1747520"/>
                <a:gridCol w="1284605"/>
                <a:gridCol w="930275"/>
              </a:tblGrid>
              <a:tr h="1775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Part No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OP10 &amp; OP20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output/hr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output/shift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output/day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actual/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efficiency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requirement/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cnc machine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cobot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595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1217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563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14625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1218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473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12285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1361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233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698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18135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1142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428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11115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24230" y="894080"/>
          <a:ext cx="10544175" cy="4936807"/>
        </p:xfrm>
        <a:graphic>
          <a:graphicData uri="http://schemas.openxmlformats.org/drawingml/2006/table">
            <a:tbl>
              <a:tblPr/>
              <a:tblGrid>
                <a:gridCol w="508635"/>
                <a:gridCol w="888365"/>
                <a:gridCol w="2414270"/>
                <a:gridCol w="1133475"/>
                <a:gridCol w="1141095"/>
                <a:gridCol w="1282065"/>
                <a:gridCol w="1024255"/>
                <a:gridCol w="1106805"/>
                <a:gridCol w="1045210"/>
              </a:tblGrid>
              <a:tr h="92202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00076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50,00,000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01-Jul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40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40,00,000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20-Oct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10,00,000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10-Nov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775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100%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₹</a:t>
                      </a:r>
                      <a:r>
                        <a:rPr lang="en-IN" sz="1600" b="1"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  <a:sym typeface="+mn-ea"/>
                        </a:rPr>
                        <a:t>1,00,00,000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IMPLEMENTATION STATUS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40080" y="755650"/>
          <a:ext cx="10133330" cy="5137150"/>
        </p:xfrm>
        <a:graphic>
          <a:graphicData uri="http://schemas.openxmlformats.org/drawingml/2006/table">
            <a:tbl>
              <a:tblPr/>
              <a:tblGrid>
                <a:gridCol w="2346325"/>
                <a:gridCol w="249555"/>
                <a:gridCol w="249555"/>
                <a:gridCol w="248285"/>
                <a:gridCol w="249555"/>
                <a:gridCol w="249555"/>
                <a:gridCol w="248920"/>
                <a:gridCol w="249555"/>
                <a:gridCol w="249555"/>
                <a:gridCol w="248920"/>
                <a:gridCol w="368935"/>
                <a:gridCol w="370205"/>
                <a:gridCol w="368935"/>
                <a:gridCol w="370205"/>
                <a:gridCol w="369570"/>
                <a:gridCol w="369570"/>
                <a:gridCol w="369570"/>
                <a:gridCol w="370205"/>
                <a:gridCol w="368935"/>
                <a:gridCol w="370205"/>
                <a:gridCol w="368300"/>
                <a:gridCol w="370205"/>
                <a:gridCol w="369570"/>
                <a:gridCol w="369570"/>
                <a:gridCol w="369570"/>
              </a:tblGrid>
              <a:tr h="259715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ATHER LINE ACTIVITY CHART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E79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Jul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Aug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Sep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Oct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Nov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Dec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Week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5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9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19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Receipt of Purchase order / LOI 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Detailed layout , Drawing and BOQ submission for Approval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Manufacturing - Mechanical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Manufacturing - Electrical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Assembly - Mechanical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Assembly - Electrical (including Panel interface)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Internal Trials (no load test)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FAT Test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I&amp;C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574415" y="5869305"/>
            <a:ext cx="8086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b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Current status -  </a:t>
            </a:r>
            <a:r>
              <a:rPr lang="en-US" altLang="en-IN" sz="2400" b="1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MD approval</a:t>
            </a:r>
            <a:endParaRPr lang="en-US" altLang="en-IN" sz="2400" b="1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8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Vallam </a:t>
            </a: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Machine Tending </a:t>
            </a:r>
            <a:endParaRPr lang="en-US" sz="3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48285" y="705485"/>
            <a:ext cx="56191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3D Isometric Layout</a:t>
            </a:r>
            <a:endParaRPr lang="en-US" sz="2500" b="1" dirty="0">
              <a:solidFill>
                <a:srgbClr val="1A2433"/>
              </a:solidFill>
              <a:latin typeface="Calibri" panose="020F0502020204030204" pitchFamily="34" charset="0"/>
              <a:ea typeface="Cambria" panose="02040503050406030204" pitchFamily="34" charset="-122"/>
              <a:cs typeface="Calibri" panose="020F0502020204030204" pitchFamily="34" charset="0"/>
            </a:endParaRPr>
          </a:p>
        </p:txBody>
      </p:sp>
      <p:pic>
        <p:nvPicPr>
          <p:cNvPr id="2" name="object 5"/>
          <p:cNvPicPr/>
          <p:nvPr/>
        </p:nvPicPr>
        <p:blipFill>
          <a:blip r:embed="rId1" cstate="print"/>
          <a:srcRect r="116"/>
          <a:stretch>
            <a:fillRect/>
          </a:stretch>
        </p:blipFill>
        <p:spPr>
          <a:xfrm>
            <a:off x="703580" y="1342390"/>
            <a:ext cx="10843895" cy="477710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6" name="object 2"/>
          <p:cNvPicPr/>
          <p:nvPr/>
        </p:nvPicPr>
        <p:blipFill>
          <a:blip r:embed="rId1" cstate="print"/>
          <a:srcRect r="50258"/>
          <a:stretch>
            <a:fillRect/>
          </a:stretch>
        </p:blipFill>
        <p:spPr>
          <a:xfrm>
            <a:off x="360045" y="1451610"/>
            <a:ext cx="9184640" cy="4236085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1440815" y="1665605"/>
            <a:ext cx="1128395" cy="3505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1217</a:t>
            </a:r>
            <a:endParaRPr lang="en-IN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3449320" y="1665605"/>
            <a:ext cx="1128395" cy="3505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1218</a:t>
            </a:r>
            <a:endParaRPr lang="en-IN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5730875" y="1665605"/>
            <a:ext cx="1128395" cy="3505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b="1">
                <a:latin typeface="Calibri" panose="020F0502020204030204" pitchFamily="34" charset="0"/>
                <a:cs typeface="Calibri" panose="020F0502020204030204" pitchFamily="34" charset="0"/>
              </a:rPr>
              <a:t>1142</a:t>
            </a:r>
            <a:endParaRPr lang="en-I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884795" y="1665605"/>
            <a:ext cx="1128395" cy="3505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1361</a:t>
            </a:r>
            <a:endParaRPr lang="en-IN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object 6"/>
          <p:cNvSpPr txBox="1"/>
          <p:nvPr/>
        </p:nvSpPr>
        <p:spPr>
          <a:xfrm>
            <a:off x="9650349" y="2567584"/>
            <a:ext cx="2629535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No.</a:t>
            </a:r>
            <a:r>
              <a:rPr sz="1800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Cobots</a:t>
            </a:r>
            <a:r>
              <a:rPr sz="18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nos.</a:t>
            </a:r>
            <a:endParaRPr sz="18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No.</a:t>
            </a:r>
            <a:r>
              <a:rPr sz="1800" b="1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sz="18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800" b="1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nos.</a:t>
            </a:r>
            <a:endParaRPr sz="18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No.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sz="18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b="1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nos.</a:t>
            </a:r>
            <a:endParaRPr sz="18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294005" y="736346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2</a:t>
            </a:r>
            <a:r>
              <a:rPr lang="en-US" sz="2500" b="1" dirty="0">
                <a:solidFill>
                  <a:srgbClr val="1A2433"/>
                </a:solidFill>
                <a:latin typeface="Calibri" panose="020F0502020204030204" pitchFamily="34" charset="0"/>
                <a:ea typeface="Cambria" panose="02040503050406030204" pitchFamily="34" charset="-122"/>
                <a:cs typeface="Calibri" panose="020F0502020204030204" pitchFamily="34" charset="0"/>
              </a:rPr>
              <a:t>D Floor Layout</a:t>
            </a: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BOM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33755" y="1117600"/>
          <a:ext cx="9950450" cy="4622482"/>
        </p:xfrm>
        <a:graphic>
          <a:graphicData uri="http://schemas.openxmlformats.org/drawingml/2006/table">
            <a:tbl>
              <a:tblPr/>
              <a:tblGrid>
                <a:gridCol w="4122420"/>
                <a:gridCol w="839470"/>
                <a:gridCol w="840105"/>
                <a:gridCol w="2035175"/>
                <a:gridCol w="2113280"/>
              </a:tblGrid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BOM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UOM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QTY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UNIT COST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COST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3050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Design &amp; Engineering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PLC Program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₹56,000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₹56,000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Project Management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Drawing and Documentation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₹2,04,000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₹2,04,000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Robots &amp; AMR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UR12e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₹17,00,000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₹68,00,000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&amp; </a:t>
                      </a:r>
                      <a:r>
                        <a:rPr sz="1400" b="1" i="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Fingure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Gripper 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₹55,100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₹5,51,000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Fingure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₹1,76,000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₹1,76,000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Mechanical Accessories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Pedestal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Nos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₹31,600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₹1,58,000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Input table &amp; Other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₹8,30,000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₹8,30,000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2987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4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E&amp;I</a:t>
                      </a:r>
                      <a:endParaRPr sz="14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HMI , PLC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₹3,90,000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₹3,90,000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23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Control Panel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₹4,29,000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Installation &amp; Commissioning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₹2,74,000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₹2,74,000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algn="ctr" font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Digitalization</a:t>
                      </a:r>
                      <a:endParaRPr sz="14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Lot`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 in system price </a:t>
                      </a:r>
                      <a:endParaRPr sz="14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Inculaded</a:t>
                      </a:r>
                      <a:r>
                        <a:rPr sz="1400" b="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in system price </a:t>
                      </a:r>
                      <a:endParaRPr sz="1400" b="0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 gridSpan="4">
                  <a:txBody>
                    <a:bodyPr/>
                    <a:lstStyle/>
                    <a:p>
                      <a:pPr algn="ctr" fontAlgn="ctr"/>
                      <a:r>
                        <a:rPr sz="17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TOTAL</a:t>
                      </a:r>
                      <a:endParaRPr sz="17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7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₹1,00,00,000</a:t>
                      </a:r>
                      <a:endParaRPr sz="17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MANPOWER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850265" y="737235"/>
          <a:ext cx="10922000" cy="3552820"/>
        </p:xfrm>
        <a:graphic>
          <a:graphicData uri="http://schemas.openxmlformats.org/drawingml/2006/table">
            <a:tbl>
              <a:tblPr/>
              <a:tblGrid>
                <a:gridCol w="531495"/>
                <a:gridCol w="987425"/>
                <a:gridCol w="2682875"/>
                <a:gridCol w="1253490"/>
                <a:gridCol w="1538605"/>
                <a:gridCol w="1169035"/>
                <a:gridCol w="1417320"/>
                <a:gridCol w="1341755"/>
              </a:tblGrid>
              <a:tr h="284480">
                <a:tc gridSpan="8"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 Reduction – DAIMLER LINE Automation</a:t>
                      </a:r>
                      <a:endParaRPr sz="1600" b="1" i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488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S.No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Part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Station / Operation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(Manual)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(After Automation)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Manpower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Reduced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Avg. Monthly Cost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per Head (₹)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Monthly Cost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Savings (₹)</a:t>
                      </a:r>
                      <a:r>
                        <a:rPr lang="en-US" sz="1600" b="1" i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1218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 dirty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sz="1600" b="0" i="0" dirty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₹22000 x 3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₹66000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1217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1142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1</a:t>
                      </a:r>
                      <a:endParaRPr lang="en-US" sz="1600" b="0" i="0" dirty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lang="en-US"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₹22000 x </a:t>
                      </a:r>
                      <a:r>
                        <a:rPr lang="en-US"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</a:t>
                      </a:r>
                      <a:endParaRPr lang="en-US"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</a:t>
                      </a:r>
                      <a:r>
                        <a:rPr lang="en-US"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66</a:t>
                      </a:r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000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1386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OP10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sz="1600" b="0" i="0">
                        <a:solidFill>
                          <a:srgbClr val="0000FF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533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OP20 Machine Operation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3365">
                <a:tc gridSpan="3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1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600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3891280" y="4404995"/>
          <a:ext cx="5494020" cy="1846260"/>
        </p:xfrm>
        <a:graphic>
          <a:graphicData uri="http://schemas.openxmlformats.org/drawingml/2006/table">
            <a:tbl>
              <a:tblPr/>
              <a:tblGrid>
                <a:gridCol w="3947160"/>
                <a:gridCol w="1546860"/>
              </a:tblGrid>
              <a:tr h="25336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1F4E78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Summary</a:t>
                      </a:r>
                      <a:endParaRPr sz="1600" b="1" i="0">
                        <a:solidFill>
                          <a:srgbClr val="1F4E78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1F4E78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VALUE</a:t>
                      </a:r>
                      <a:endParaRPr sz="1600" b="1" i="0">
                        <a:solidFill>
                          <a:srgbClr val="1F4E78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Before (Manual)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After (Automation)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2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Manpower Reduced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6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% Manpower Reduction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70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.5%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Monthly Cost Savings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₹1,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l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Total Annual Cost Savings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 / Per shift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₹1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5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,8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4</a:t>
                      </a:r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rial" panose="020B0604020202020204"/>
                          <a:cs typeface="Calibri" panose="020F0502020204030204" pitchFamily="34" charset="0"/>
                        </a:rPr>
                        <a:t>,000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rial" panose="020B060402020202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 DETAILS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 CALCULATION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91515" y="853440"/>
          <a:ext cx="10125075" cy="5026025"/>
        </p:xfrm>
        <a:graphic>
          <a:graphicData uri="http://schemas.openxmlformats.org/drawingml/2006/table">
            <a:tbl>
              <a:tblPr/>
              <a:tblGrid>
                <a:gridCol w="4491355"/>
                <a:gridCol w="3134360"/>
                <a:gridCol w="2499360"/>
              </a:tblGrid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Parameter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Calculation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Value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Machines Automated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Cobots Used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 UR12e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per Shift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Shifts per Day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Operators Required per Day (Current)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 × 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24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Salary per Operator per Month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Monthly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24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5,28,000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Current Annual Manpower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5,28,000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63,36,000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Operators Required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Monthly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22,000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Manpower Cost After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Annual Savings Due to Automation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63,36,000 −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Total Automation Project Cost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1,00,00,000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(Years)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1,00,00,000 ÷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ROI Payback Period (Months)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× 12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Months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Operator Reduction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08 − 0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2</a:t>
                      </a:r>
                      <a:endParaRPr lang="en-US"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 Operators Reduced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Savings After 5 Years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47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52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,000 × 5) − 1,00,00,000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1,37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Aptos Narrow"/>
                          <a:cs typeface="Calibri" panose="020F0502020204030204" pitchFamily="34" charset="0"/>
                        </a:rPr>
                        <a:t>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Aptos Narrow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0730" cy="6172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TIME CALCULATION  —  OP10 &amp; OP20</a:t>
            </a:r>
            <a:r>
              <a:rPr lang="en-IN" alt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DAIMLER LINE</a:t>
            </a:r>
            <a:endParaRPr lang="en-IN" alt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463550" y="1447165"/>
          <a:ext cx="10986770" cy="415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350"/>
                <a:gridCol w="1103630"/>
                <a:gridCol w="1210310"/>
                <a:gridCol w="1199515"/>
                <a:gridCol w="1257935"/>
                <a:gridCol w="1230630"/>
                <a:gridCol w="1747520"/>
                <a:gridCol w="1284605"/>
                <a:gridCol w="930275"/>
              </a:tblGrid>
              <a:tr h="1775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Part No</a:t>
                      </a:r>
                      <a:endParaRPr lang="en-IN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OP10 &amp; OP20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output/hr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 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output/shift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output/day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actual/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efficiency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Production requirement/ month(nos)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cnc machine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IN" altLang="en-US" sz="1800">
                          <a:solidFill>
                            <a:schemeClr val="tx1"/>
                          </a:solidFill>
                          <a:latin typeface="Calibri" panose="020F0502020204030204" pitchFamily="34" charset="-122"/>
                          <a:sym typeface="+mn-ea"/>
                        </a:rPr>
                        <a:t>OP10 &amp; OP20</a:t>
                      </a:r>
                      <a:endParaRPr lang="en-IN" altLang="en-US" sz="1800">
                        <a:solidFill>
                          <a:schemeClr val="tx1"/>
                        </a:solidFill>
                        <a:latin typeface="Calibri" panose="020F0502020204030204" pitchFamily="34" charset="-122"/>
                        <a:sym typeface="+mn-ea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pitchFamily="34" charset="-122"/>
                        </a:rPr>
                        <a:t>cobot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595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1217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563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14625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1218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473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12285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1361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31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233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698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18135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4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1142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19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143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428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11115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85%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15000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2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pitchFamily="34" charset="-122"/>
                        </a:rPr>
                        <a:t>1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panose="020F050202020403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IMPLEMENTATION STATUS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DAIMLER 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640080" y="755650"/>
          <a:ext cx="10133330" cy="5137150"/>
        </p:xfrm>
        <a:graphic>
          <a:graphicData uri="http://schemas.openxmlformats.org/drawingml/2006/table">
            <a:tbl>
              <a:tblPr/>
              <a:tblGrid>
                <a:gridCol w="2346325"/>
                <a:gridCol w="249555"/>
                <a:gridCol w="249555"/>
                <a:gridCol w="248285"/>
                <a:gridCol w="249555"/>
                <a:gridCol w="249555"/>
                <a:gridCol w="248920"/>
                <a:gridCol w="249555"/>
                <a:gridCol w="249555"/>
                <a:gridCol w="248920"/>
                <a:gridCol w="368935"/>
                <a:gridCol w="370205"/>
                <a:gridCol w="368935"/>
                <a:gridCol w="370205"/>
                <a:gridCol w="369570"/>
                <a:gridCol w="369570"/>
                <a:gridCol w="369570"/>
                <a:gridCol w="370205"/>
                <a:gridCol w="368935"/>
                <a:gridCol w="370205"/>
                <a:gridCol w="368300"/>
                <a:gridCol w="370205"/>
                <a:gridCol w="369570"/>
                <a:gridCol w="369570"/>
                <a:gridCol w="369570"/>
              </a:tblGrid>
              <a:tr h="259715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ATHER LINE ACTIVITY CHART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EE79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Jul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Aug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Sep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Oct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Nov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Dec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Week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5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9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15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16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17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18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19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20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21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22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23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24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Receipt of Purchase order / LOI 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Detailed layout , Drawing and BOQ submission for Approval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b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Manufacturing - Mechanical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Manufacturing - Electrical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Assembly - Mechanical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Assembly - Electrical (including Panel interface)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44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Internal Trials (no load test)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FAT Test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I&amp;C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/>
                          <a:cs typeface="Calibri" panose="020F0502020204030204" pitchFamily="34" charset="0"/>
                        </a:rPr>
                        <a:t>x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 b="0" i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/>
                        <a:cs typeface="Calibri" panose="020F0502020204030204" pitchFamily="34" charset="0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EXECUTIVE SUMMERY</a:t>
            </a: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ard BG 1"/>
          <p:cNvSpPr/>
          <p:nvPr/>
        </p:nvSpPr>
        <p:spPr>
          <a:xfrm>
            <a:off x="457200" y="1950000"/>
            <a:ext cx="2222640" cy="150000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2" name="Card Num 1"/>
          <p:cNvSpPr txBox="1"/>
          <p:nvPr/>
        </p:nvSpPr>
        <p:spPr>
          <a:xfrm>
            <a:off x="557200" y="2030000"/>
            <a:ext cx="202264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400" b="1" dirty="0">
                <a:solidFill>
                  <a:srgbClr val="002060"/>
                </a:solidFill>
                <a:latin typeface="Calibri" panose="020F0502020204030204" pitchFamily="34" charset="0"/>
              </a:rPr>
              <a:t>05</a:t>
            </a:r>
            <a:endParaRPr lang="en-IN" sz="4400" b="1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Card Label 1"/>
          <p:cNvSpPr txBox="1"/>
          <p:nvPr/>
        </p:nvSpPr>
        <p:spPr>
          <a:xfrm>
            <a:off x="557200" y="2750000"/>
            <a:ext cx="2022640" cy="6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IN" sz="1200" b="1" dirty="0">
                <a:solidFill>
                  <a:srgbClr val="5B6B7F"/>
                </a:solidFill>
                <a:latin typeface="Calibri" panose="020F0502020204030204" pitchFamily="34" charset="0"/>
              </a:rPr>
              <a:t>OEM LINES IN EXECUTION</a:t>
            </a:r>
            <a:endParaRPr lang="en-IN" sz="1200" b="1" dirty="0">
              <a:solidFill>
                <a:srgbClr val="5B6B7F"/>
              </a:solidFill>
              <a:latin typeface="Calibri" panose="020F0502020204030204" pitchFamily="34" charset="0"/>
            </a:endParaRPr>
          </a:p>
        </p:txBody>
      </p:sp>
      <p:sp>
        <p:nvSpPr>
          <p:cNvPr id="104" name="Card BG 2"/>
          <p:cNvSpPr/>
          <p:nvPr/>
        </p:nvSpPr>
        <p:spPr>
          <a:xfrm>
            <a:off x="2917000" y="1950000"/>
            <a:ext cx="2222640" cy="150000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5" name="Card Num 2"/>
          <p:cNvSpPr txBox="1"/>
          <p:nvPr/>
        </p:nvSpPr>
        <p:spPr>
          <a:xfrm>
            <a:off x="3017000" y="2030000"/>
            <a:ext cx="202264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400" b="1" dirty="0">
                <a:solidFill>
                  <a:srgbClr val="002060"/>
                </a:solidFill>
                <a:latin typeface="Calibri" panose="020F0502020204030204" pitchFamily="34" charset="0"/>
              </a:rPr>
              <a:t>18+</a:t>
            </a:r>
            <a:endParaRPr lang="en-IN" sz="4400" b="1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Card Label 2"/>
          <p:cNvSpPr txBox="1"/>
          <p:nvPr/>
        </p:nvSpPr>
        <p:spPr>
          <a:xfrm>
            <a:off x="3017000" y="2750000"/>
            <a:ext cx="2022640" cy="6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IN" sz="1200" b="1" dirty="0">
                <a:solidFill>
                  <a:srgbClr val="5B6B7F"/>
                </a:solidFill>
                <a:latin typeface="Calibri" panose="020F0502020204030204" pitchFamily="34" charset="0"/>
              </a:rPr>
              <a:t>ROBOTS &amp; COBOTS DEPLOYED</a:t>
            </a:r>
            <a:endParaRPr lang="en-IN" sz="1200" b="1" dirty="0">
              <a:solidFill>
                <a:srgbClr val="5B6B7F"/>
              </a:solidFill>
              <a:latin typeface="Calibri" panose="020F0502020204030204" pitchFamily="34" charset="0"/>
            </a:endParaRPr>
          </a:p>
        </p:txBody>
      </p:sp>
      <p:sp>
        <p:nvSpPr>
          <p:cNvPr id="107" name="Card BG 3"/>
          <p:cNvSpPr/>
          <p:nvPr/>
        </p:nvSpPr>
        <p:spPr>
          <a:xfrm>
            <a:off x="5376800" y="1950000"/>
            <a:ext cx="2222640" cy="150000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8" name="Card Num 3"/>
          <p:cNvSpPr txBox="1"/>
          <p:nvPr/>
        </p:nvSpPr>
        <p:spPr>
          <a:xfrm>
            <a:off x="5476800" y="2030000"/>
            <a:ext cx="202264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400" b="1" dirty="0">
                <a:solidFill>
                  <a:srgbClr val="002060"/>
                </a:solidFill>
                <a:latin typeface="Calibri" panose="020F0502020204030204" pitchFamily="34" charset="0"/>
              </a:rPr>
              <a:t>1</a:t>
            </a:r>
            <a:endParaRPr lang="en-IN" sz="4400" b="1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Card Label 3"/>
          <p:cNvSpPr txBox="1"/>
          <p:nvPr/>
        </p:nvSpPr>
        <p:spPr>
          <a:xfrm>
            <a:off x="5476800" y="2750000"/>
            <a:ext cx="2022640" cy="6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IN" sz="1200" b="1" dirty="0">
                <a:solidFill>
                  <a:srgbClr val="5B6B7F"/>
                </a:solidFill>
                <a:latin typeface="Calibri" panose="020F0502020204030204" pitchFamily="34" charset="0"/>
              </a:rPr>
              <a:t>IN INSTALLATION &amp; COMMISSIONING</a:t>
            </a:r>
            <a:endParaRPr lang="en-IN" sz="1200" b="1" dirty="0">
              <a:solidFill>
                <a:srgbClr val="5B6B7F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Card BG 4"/>
          <p:cNvSpPr/>
          <p:nvPr/>
        </p:nvSpPr>
        <p:spPr>
          <a:xfrm>
            <a:off x="7836600" y="1950000"/>
            <a:ext cx="2222640" cy="150000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1" name="Card Num 4"/>
          <p:cNvSpPr txBox="1"/>
          <p:nvPr/>
        </p:nvSpPr>
        <p:spPr>
          <a:xfrm>
            <a:off x="7936600" y="2030000"/>
            <a:ext cx="202264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400" b="1" dirty="0">
                <a:solidFill>
                  <a:srgbClr val="002060"/>
                </a:solidFill>
                <a:latin typeface="Calibri" panose="020F0502020204030204" pitchFamily="34" charset="0"/>
              </a:rPr>
              <a:t>2</a:t>
            </a:r>
            <a:endParaRPr lang="en-IN" sz="4400" b="1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112" name="Card Label 4"/>
          <p:cNvSpPr txBox="1"/>
          <p:nvPr/>
        </p:nvSpPr>
        <p:spPr>
          <a:xfrm>
            <a:off x="7936600" y="2750000"/>
            <a:ext cx="2022640" cy="6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IN" sz="1200" b="1" dirty="0">
                <a:solidFill>
                  <a:srgbClr val="5B6B7F"/>
                </a:solidFill>
                <a:latin typeface="Calibri" panose="020F0502020204030204" pitchFamily="34" charset="0"/>
              </a:rPr>
              <a:t>IN DESIGN APPROVAL (DAP)</a:t>
            </a:r>
            <a:endParaRPr lang="en-IN" sz="1200" b="1" dirty="0">
              <a:solidFill>
                <a:srgbClr val="5B6B7F"/>
              </a:solidFill>
              <a:latin typeface="Calibri" panose="020F0502020204030204" pitchFamily="34" charset="0"/>
            </a:endParaRPr>
          </a:p>
        </p:txBody>
      </p:sp>
      <p:sp>
        <p:nvSpPr>
          <p:cNvPr id="113" name="Card BG 5"/>
          <p:cNvSpPr/>
          <p:nvPr/>
        </p:nvSpPr>
        <p:spPr>
          <a:xfrm>
            <a:off x="10296400" y="1950000"/>
            <a:ext cx="1438400" cy="1500000"/>
          </a:xfrm>
          <a:prstGeom prst="roundRect">
            <a:avLst>
              <a:gd name="adj" fmla="val 6000"/>
            </a:avLst>
          </a:prstGeom>
          <a:solidFill>
            <a:srgbClr val="FEDB6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4" name="Card Num 5"/>
          <p:cNvSpPr txBox="1"/>
          <p:nvPr/>
        </p:nvSpPr>
        <p:spPr>
          <a:xfrm>
            <a:off x="10396400" y="2030000"/>
            <a:ext cx="1238400" cy="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sz="4400" b="1" dirty="0">
                <a:solidFill>
                  <a:srgbClr val="002060"/>
                </a:solidFill>
                <a:latin typeface="Calibri" panose="020F0502020204030204" pitchFamily="34" charset="0"/>
              </a:rPr>
              <a:t>2</a:t>
            </a:r>
            <a:endParaRPr lang="en-IN" sz="4400" b="1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115" name="Card Label 5"/>
          <p:cNvSpPr txBox="1"/>
          <p:nvPr/>
        </p:nvSpPr>
        <p:spPr>
          <a:xfrm>
            <a:off x="10396400" y="2750000"/>
            <a:ext cx="1238400" cy="6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IN" sz="1200" b="1" dirty="0">
                <a:solidFill>
                  <a:srgbClr val="002060"/>
                </a:solidFill>
                <a:latin typeface="Calibri" panose="020F0502020204030204" pitchFamily="34" charset="0"/>
              </a:rPr>
              <a:t>AWAITING PR</a:t>
            </a:r>
            <a:endParaRPr lang="en-IN" sz="1200" b="1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2461260" y="2506345"/>
            <a:ext cx="72701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44375</Words>
  <Application>WPS Presentation</Application>
  <PresentationFormat>Widescreen</PresentationFormat>
  <Paragraphs>7537</Paragraphs>
  <Slides>95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15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Arial</vt:lpstr>
      <vt:lpstr>Aptos</vt:lpstr>
      <vt:lpstr>Segoe UI</vt:lpstr>
      <vt:lpstr>Microsoft YaHei</vt:lpstr>
      <vt:lpstr>Arial Unicode MS</vt:lpstr>
      <vt:lpstr>Aptos Display</vt:lpstr>
      <vt:lpstr>Segoe UI Variable Display</vt:lpstr>
      <vt:lpstr>Times New Roman</vt:lpstr>
      <vt:lpstr>Aptos Narrow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Sudharshan .B</cp:lastModifiedBy>
  <cp:revision>262</cp:revision>
  <dcterms:created xsi:type="dcterms:W3CDTF">2024-03-07T14:31:00Z</dcterms:created>
  <dcterms:modified xsi:type="dcterms:W3CDTF">2026-09-08T07:24:55Z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446D6C75BD29447E917792DC6A1B847D_12</vt:lpwstr>
  </property>
</Properties>
</file>
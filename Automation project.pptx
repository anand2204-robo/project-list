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6" r:id="rId6"/>
    <p:sldId id="264" r:id="rId7"/>
    <p:sldId id="259" r:id="rId8"/>
    <p:sldId id="272" r:id="rId9"/>
    <p:sldId id="294" r:id="rId10"/>
    <p:sldId id="262" r:id="rId11"/>
    <p:sldId id="293" r:id="rId12"/>
    <p:sldId id="305" r:id="rId13"/>
    <p:sldId id="306" r:id="rId14"/>
    <p:sldId id="304" r:id="rId15"/>
    <p:sldId id="303" r:id="rId16"/>
    <p:sldId id="307" r:id="rId17"/>
    <p:sldId id="295" r:id="rId18"/>
    <p:sldId id="268" r:id="rId19"/>
    <p:sldId id="265" r:id="rId20"/>
    <p:sldId id="269" r:id="rId21"/>
    <p:sldId id="260" r:id="rId22"/>
    <p:sldId id="261" r:id="rId23"/>
    <p:sldId id="296" r:id="rId24"/>
    <p:sldId id="308" r:id="rId25"/>
    <p:sldId id="309" r:id="rId26"/>
    <p:sldId id="310" r:id="rId27"/>
    <p:sldId id="311" r:id="rId28"/>
    <p:sldId id="312" r:id="rId29"/>
    <p:sldId id="313" r:id="rId30"/>
    <p:sldId id="314" r:id="rId31"/>
    <p:sldId id="271" r:id="rId32"/>
    <p:sldId id="270" r:id="rId33"/>
    <p:sldId id="274" r:id="rId34"/>
    <p:sldId id="276" r:id="rId35"/>
    <p:sldId id="277" r:id="rId36"/>
    <p:sldId id="278" r:id="rId37"/>
    <p:sldId id="315" r:id="rId38"/>
    <p:sldId id="316" r:id="rId39"/>
    <p:sldId id="317" r:id="rId40"/>
    <p:sldId id="318" r:id="rId41"/>
    <p:sldId id="319" r:id="rId42"/>
    <p:sldId id="320" r:id="rId43"/>
    <p:sldId id="321" r:id="rId44"/>
    <p:sldId id="273" r:id="rId45"/>
    <p:sldId id="280" r:id="rId46"/>
    <p:sldId id="282" r:id="rId47"/>
    <p:sldId id="281" r:id="rId48"/>
    <p:sldId id="329" r:id="rId49"/>
    <p:sldId id="330" r:id="rId50"/>
    <p:sldId id="331" r:id="rId51"/>
    <p:sldId id="332" r:id="rId52"/>
    <p:sldId id="333" r:id="rId53"/>
    <p:sldId id="334" r:id="rId54"/>
    <p:sldId id="335" r:id="rId55"/>
    <p:sldId id="275" r:id="rId56"/>
    <p:sldId id="284" r:id="rId57"/>
    <p:sldId id="286" r:id="rId58"/>
    <p:sldId id="285" r:id="rId59"/>
    <p:sldId id="287" r:id="rId60"/>
    <p:sldId id="288" r:id="rId61"/>
    <p:sldId id="322" r:id="rId62"/>
    <p:sldId id="323" r:id="rId63"/>
    <p:sldId id="324" r:id="rId64"/>
    <p:sldId id="325" r:id="rId65"/>
    <p:sldId id="326" r:id="rId66"/>
    <p:sldId id="327" r:id="rId67"/>
    <p:sldId id="328" r:id="rId68"/>
    <p:sldId id="289" r:id="rId69"/>
    <p:sldId id="297" r:id="rId70"/>
    <p:sldId id="298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4" Type="http://schemas.openxmlformats.org/officeDocument/2006/relationships/tableStyles" Target="tableStyles.xml"/><Relationship Id="rId73" Type="http://schemas.openxmlformats.org/officeDocument/2006/relationships/viewProps" Target="viewProps.xml"/><Relationship Id="rId72" Type="http://schemas.openxmlformats.org/officeDocument/2006/relationships/presProps" Target="presProps.xml"/><Relationship Id="rId71" Type="http://schemas.openxmlformats.org/officeDocument/2006/relationships/slide" Target="slides/slide69.xml"/><Relationship Id="rId70" Type="http://schemas.openxmlformats.org/officeDocument/2006/relationships/slide" Target="slides/slide68.xml"/><Relationship Id="rId7" Type="http://schemas.openxmlformats.org/officeDocument/2006/relationships/slide" Target="slides/slide5.xml"/><Relationship Id="rId69" Type="http://schemas.openxmlformats.org/officeDocument/2006/relationships/slide" Target="slides/slide67.xml"/><Relationship Id="rId68" Type="http://schemas.openxmlformats.org/officeDocument/2006/relationships/slide" Target="slides/slide66.xml"/><Relationship Id="rId67" Type="http://schemas.openxmlformats.org/officeDocument/2006/relationships/slide" Target="slides/slide65.xml"/><Relationship Id="rId66" Type="http://schemas.openxmlformats.org/officeDocument/2006/relationships/slide" Target="slides/slide64.xml"/><Relationship Id="rId65" Type="http://schemas.openxmlformats.org/officeDocument/2006/relationships/slide" Target="slides/slide63.xml"/><Relationship Id="rId64" Type="http://schemas.openxmlformats.org/officeDocument/2006/relationships/slide" Target="slides/slide62.xml"/><Relationship Id="rId63" Type="http://schemas.openxmlformats.org/officeDocument/2006/relationships/slide" Target="slides/slide61.xml"/><Relationship Id="rId62" Type="http://schemas.openxmlformats.org/officeDocument/2006/relationships/slide" Target="slides/slide60.xml"/><Relationship Id="rId61" Type="http://schemas.openxmlformats.org/officeDocument/2006/relationships/slide" Target="slides/slide59.xml"/><Relationship Id="rId60" Type="http://schemas.openxmlformats.org/officeDocument/2006/relationships/slide" Target="slides/slide58.xml"/><Relationship Id="rId6" Type="http://schemas.openxmlformats.org/officeDocument/2006/relationships/slide" Target="slides/slide4.xml"/><Relationship Id="rId59" Type="http://schemas.openxmlformats.org/officeDocument/2006/relationships/slide" Target="slides/slide57.xml"/><Relationship Id="rId58" Type="http://schemas.openxmlformats.org/officeDocument/2006/relationships/slide" Target="slides/slide56.xml"/><Relationship Id="rId57" Type="http://schemas.openxmlformats.org/officeDocument/2006/relationships/slide" Target="slides/slide55.xml"/><Relationship Id="rId56" Type="http://schemas.openxmlformats.org/officeDocument/2006/relationships/slide" Target="slides/slide54.xml"/><Relationship Id="rId55" Type="http://schemas.openxmlformats.org/officeDocument/2006/relationships/slide" Target="slides/slide53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23FDB8-831A-4D00-ABBE-BFAA42425457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C3FF61-63F6-4C4B-AD49-5AE561B1CA03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jpeg"/><Relationship Id="rId1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jpeg"/><Relationship Id="rId1" Type="http://schemas.openxmlformats.org/officeDocument/2006/relationships/image" Target="../media/image11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jpe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jpe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jpe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jpe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jpe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4"/>
          <p:cNvSpPr/>
          <p:nvPr/>
        </p:nvSpPr>
        <p:spPr>
          <a:xfrm>
            <a:off x="1200785" y="2377440"/>
            <a:ext cx="10071100" cy="2103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IN" alt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LGB </a:t>
            </a: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Robotic Automation</a:t>
            </a:r>
            <a:r>
              <a:rPr lang="en-IN" alt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Projects </a:t>
            </a:r>
            <a:endParaRPr lang="en-US" sz="4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27736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EXECUTIVE SUMMERY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</a:t>
            </a: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ROJECT OVERVIEW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3" name="Table 2"/>
          <p:cNvGraphicFramePr/>
          <p:nvPr/>
        </p:nvGraphicFramePr>
        <p:xfrm>
          <a:off x="-635" y="860425"/>
          <a:ext cx="12192000" cy="5241290"/>
        </p:xfrm>
        <a:graphic>
          <a:graphicData uri="http://schemas.openxmlformats.org/drawingml/2006/table">
            <a:tbl>
              <a:tblPr/>
              <a:tblGrid>
                <a:gridCol w="533400"/>
                <a:gridCol w="1765300"/>
                <a:gridCol w="2643505"/>
                <a:gridCol w="1808480"/>
                <a:gridCol w="1308100"/>
                <a:gridCol w="1309370"/>
                <a:gridCol w="2823845"/>
              </a:tblGrid>
              <a:tr h="48387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S.No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Project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Process Scope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Robots / Cobots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Start Date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End Date 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Current Status</a:t>
                      </a:r>
                      <a:endParaRPr sz="1600" b="1" i="0">
                        <a:solidFill>
                          <a:schemeClr val="bg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</a:tr>
              <a:tr h="951865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Stellantis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line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1-Phase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,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Ultrasonic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washing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,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Vision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,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OilWashing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×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UR12e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Cobots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07-07-2025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Installation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&amp;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commissioning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inprogress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95123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BMW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RAD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Line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→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OP20→OP30→OP40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Cobots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+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AMR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02-02-2026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DAP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Inprogress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1859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Helical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Line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→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OP20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UR12e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Cobot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+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yaskava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20kg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robot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31-03-2026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DAP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Inprogress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951865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Ather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Line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→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OP20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×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ABB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12kg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Cobots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15-02-2026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Yet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rise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PR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87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Daimler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Line</a:t>
                      </a:r>
                      <a:endParaRPr sz="1600" b="1" i="0">
                        <a:solidFill>
                          <a:srgbClr val="1A2433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→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OP20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×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UR12e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Cobots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24-04-2026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Yet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rise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PR</a:t>
                      </a:r>
                      <a:endParaRPr sz="1600" b="1" i="0">
                        <a:solidFill>
                          <a:srgbClr val="5B6B7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937" marR="7937" marT="7937" marB="0" anchor="ctr" anchorCtr="0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3F8F5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3F8F5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IN" altLang="en-US" sz="9000" b="1" dirty="0">
              <a:solidFill>
                <a:srgbClr val="3F8F5F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3F8F5F"/>
          </a:solidFill>
        </p:spPr>
      </p:sp>
      <p:sp>
        <p:nvSpPr>
          <p:cNvPr id="6" name="Text 4"/>
          <p:cNvSpPr/>
          <p:nvPr/>
        </p:nvSpPr>
        <p:spPr>
          <a:xfrm>
            <a:off x="1111885" y="342900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Stellantis </a:t>
            </a: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Line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STELLANTIS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79805" y="2378710"/>
            <a:ext cx="9921240" cy="29718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8" name="Text 3"/>
          <p:cNvSpPr/>
          <p:nvPr/>
        </p:nvSpPr>
        <p:spPr>
          <a:xfrm>
            <a:off x="979805" y="5769610"/>
            <a:ext cx="1054303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Complete </a:t>
            </a:r>
            <a:r>
              <a:rPr lang="en-IN" altLang="en-US" sz="2000" b="1" dirty="0">
                <a:solidFill>
                  <a:schemeClr val="tx1"/>
                </a:solidFill>
              </a:rPr>
              <a:t>Stellantis </a:t>
            </a:r>
            <a:r>
              <a:rPr lang="en-US" sz="2000" b="1" dirty="0">
                <a:solidFill>
                  <a:schemeClr val="tx1"/>
                </a:solidFill>
              </a:rPr>
              <a:t>Sprocket Automation Line — Turning to Packing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Text 1"/>
          <p:cNvSpPr/>
          <p:nvPr/>
        </p:nvSpPr>
        <p:spPr>
          <a:xfrm>
            <a:off x="222250" y="107505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Isometric Layout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STELLANTIS LINE 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pSp>
        <p:nvGrpSpPr>
          <p:cNvPr id="7" name="object 6"/>
          <p:cNvGrpSpPr/>
          <p:nvPr/>
        </p:nvGrpSpPr>
        <p:grpSpPr>
          <a:xfrm>
            <a:off x="673531" y="1911095"/>
            <a:ext cx="10619740" cy="2615565"/>
            <a:chOff x="673531" y="1911095"/>
            <a:chExt cx="10619740" cy="2615565"/>
          </a:xfrm>
        </p:grpSpPr>
        <p:pic>
          <p:nvPicPr>
            <p:cNvPr id="8" name="object 7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760838" y="2162713"/>
              <a:ext cx="10532259" cy="2189309"/>
            </a:xfrm>
            <a:prstGeom prst="rect">
              <a:avLst/>
            </a:prstGeom>
          </p:spPr>
        </p:pic>
        <p:sp>
          <p:nvSpPr>
            <p:cNvPr id="9" name="object 8"/>
            <p:cNvSpPr/>
            <p:nvPr/>
          </p:nvSpPr>
          <p:spPr>
            <a:xfrm>
              <a:off x="825246" y="1954529"/>
              <a:ext cx="10361930" cy="1388110"/>
            </a:xfrm>
            <a:custGeom>
              <a:avLst/>
              <a:gdLst/>
              <a:ahLst/>
              <a:cxnLst/>
              <a:rect l="l" t="t" r="r" b="b"/>
              <a:pathLst>
                <a:path w="10361930" h="1388110">
                  <a:moveTo>
                    <a:pt x="10361803" y="1195705"/>
                  </a:moveTo>
                  <a:lnTo>
                    <a:pt x="10349484" y="0"/>
                  </a:lnTo>
                </a:path>
                <a:path w="10361930" h="1388110">
                  <a:moveTo>
                    <a:pt x="0" y="1388110"/>
                  </a:moveTo>
                  <a:lnTo>
                    <a:pt x="0" y="0"/>
                  </a:lnTo>
                </a:path>
              </a:pathLst>
            </a:custGeom>
            <a:ln w="28956">
              <a:solidFill>
                <a:srgbClr val="FF0000"/>
              </a:solidFill>
              <a:prstDash val="sys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9"/>
            <p:cNvSpPr/>
            <p:nvPr/>
          </p:nvSpPr>
          <p:spPr>
            <a:xfrm>
              <a:off x="673531" y="1911095"/>
              <a:ext cx="10500995" cy="2441575"/>
            </a:xfrm>
            <a:custGeom>
              <a:avLst/>
              <a:gdLst/>
              <a:ahLst/>
              <a:cxnLst/>
              <a:rect l="l" t="t" r="r" b="b"/>
              <a:pathLst>
                <a:path w="10500995" h="2441575">
                  <a:moveTo>
                    <a:pt x="121577" y="2353818"/>
                  </a:moveTo>
                  <a:lnTo>
                    <a:pt x="92633" y="2354288"/>
                  </a:lnTo>
                  <a:lnTo>
                    <a:pt x="57912" y="262128"/>
                  </a:lnTo>
                  <a:lnTo>
                    <a:pt x="57886" y="261124"/>
                  </a:lnTo>
                  <a:lnTo>
                    <a:pt x="57658" y="247142"/>
                  </a:lnTo>
                  <a:lnTo>
                    <a:pt x="57886" y="260604"/>
                  </a:lnTo>
                  <a:lnTo>
                    <a:pt x="57886" y="261124"/>
                  </a:lnTo>
                  <a:lnTo>
                    <a:pt x="86855" y="260604"/>
                  </a:lnTo>
                  <a:lnTo>
                    <a:pt x="79565" y="246634"/>
                  </a:lnTo>
                  <a:lnTo>
                    <a:pt x="41986" y="174498"/>
                  </a:lnTo>
                  <a:lnTo>
                    <a:pt x="0" y="262128"/>
                  </a:lnTo>
                  <a:lnTo>
                    <a:pt x="28943" y="261620"/>
                  </a:lnTo>
                  <a:lnTo>
                    <a:pt x="28714" y="247142"/>
                  </a:lnTo>
                  <a:lnTo>
                    <a:pt x="28930" y="260604"/>
                  </a:lnTo>
                  <a:lnTo>
                    <a:pt x="28943" y="261620"/>
                  </a:lnTo>
                  <a:lnTo>
                    <a:pt x="63652" y="2353818"/>
                  </a:lnTo>
                  <a:lnTo>
                    <a:pt x="63677" y="2354757"/>
                  </a:lnTo>
                  <a:lnTo>
                    <a:pt x="34721" y="2355215"/>
                  </a:lnTo>
                  <a:lnTo>
                    <a:pt x="79590" y="2441321"/>
                  </a:lnTo>
                  <a:lnTo>
                    <a:pt x="114198" y="2369185"/>
                  </a:lnTo>
                  <a:lnTo>
                    <a:pt x="121577" y="2353818"/>
                  </a:lnTo>
                  <a:close/>
                </a:path>
                <a:path w="10500995" h="2441575">
                  <a:moveTo>
                    <a:pt x="10500690" y="43434"/>
                  </a:moveTo>
                  <a:lnTo>
                    <a:pt x="10471734" y="28956"/>
                  </a:lnTo>
                  <a:lnTo>
                    <a:pt x="10413822" y="0"/>
                  </a:lnTo>
                  <a:lnTo>
                    <a:pt x="10413822" y="28956"/>
                  </a:lnTo>
                  <a:lnTo>
                    <a:pt x="238582" y="28956"/>
                  </a:lnTo>
                  <a:lnTo>
                    <a:pt x="238582" y="0"/>
                  </a:lnTo>
                  <a:lnTo>
                    <a:pt x="151714" y="43434"/>
                  </a:lnTo>
                  <a:lnTo>
                    <a:pt x="238582" y="86868"/>
                  </a:lnTo>
                  <a:lnTo>
                    <a:pt x="238582" y="57912"/>
                  </a:lnTo>
                  <a:lnTo>
                    <a:pt x="10413822" y="57912"/>
                  </a:lnTo>
                  <a:lnTo>
                    <a:pt x="10413822" y="86868"/>
                  </a:lnTo>
                  <a:lnTo>
                    <a:pt x="10471721" y="57912"/>
                  </a:lnTo>
                  <a:lnTo>
                    <a:pt x="10500690" y="4343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0"/>
            <p:cNvSpPr/>
            <p:nvPr/>
          </p:nvSpPr>
          <p:spPr>
            <a:xfrm>
              <a:off x="2795778" y="2445257"/>
              <a:ext cx="6713220" cy="1472565"/>
            </a:xfrm>
            <a:custGeom>
              <a:avLst/>
              <a:gdLst/>
              <a:ahLst/>
              <a:cxnLst/>
              <a:rect l="l" t="t" r="r" b="b"/>
              <a:pathLst>
                <a:path w="6713220" h="1472564">
                  <a:moveTo>
                    <a:pt x="4014216" y="736091"/>
                  </a:moveTo>
                  <a:lnTo>
                    <a:pt x="4030770" y="680786"/>
                  </a:lnTo>
                  <a:lnTo>
                    <a:pt x="4059422" y="645390"/>
                  </a:lnTo>
                  <a:lnTo>
                    <a:pt x="4101298" y="611400"/>
                  </a:lnTo>
                  <a:lnTo>
                    <a:pt x="4155651" y="579012"/>
                  </a:lnTo>
                  <a:lnTo>
                    <a:pt x="4221736" y="548418"/>
                  </a:lnTo>
                  <a:lnTo>
                    <a:pt x="4258944" y="533856"/>
                  </a:lnTo>
                  <a:lnTo>
                    <a:pt x="4298806" y="519815"/>
                  </a:lnTo>
                  <a:lnTo>
                    <a:pt x="4341227" y="506320"/>
                  </a:lnTo>
                  <a:lnTo>
                    <a:pt x="4386115" y="493396"/>
                  </a:lnTo>
                  <a:lnTo>
                    <a:pt x="4433377" y="481067"/>
                  </a:lnTo>
                  <a:lnTo>
                    <a:pt x="4482919" y="469357"/>
                  </a:lnTo>
                  <a:lnTo>
                    <a:pt x="4534648" y="458290"/>
                  </a:lnTo>
                  <a:lnTo>
                    <a:pt x="4588470" y="447891"/>
                  </a:lnTo>
                  <a:lnTo>
                    <a:pt x="4644293" y="438185"/>
                  </a:lnTo>
                  <a:lnTo>
                    <a:pt x="4702024" y="429194"/>
                  </a:lnTo>
                  <a:lnTo>
                    <a:pt x="4761568" y="420945"/>
                  </a:lnTo>
                  <a:lnTo>
                    <a:pt x="4822834" y="413460"/>
                  </a:lnTo>
                  <a:lnTo>
                    <a:pt x="4885726" y="406765"/>
                  </a:lnTo>
                  <a:lnTo>
                    <a:pt x="4950154" y="400884"/>
                  </a:lnTo>
                  <a:lnTo>
                    <a:pt x="5016022" y="395841"/>
                  </a:lnTo>
                  <a:lnTo>
                    <a:pt x="5083238" y="391660"/>
                  </a:lnTo>
                  <a:lnTo>
                    <a:pt x="5151709" y="388366"/>
                  </a:lnTo>
                  <a:lnTo>
                    <a:pt x="5221341" y="385983"/>
                  </a:lnTo>
                  <a:lnTo>
                    <a:pt x="5292042" y="384535"/>
                  </a:lnTo>
                  <a:lnTo>
                    <a:pt x="5363718" y="384047"/>
                  </a:lnTo>
                  <a:lnTo>
                    <a:pt x="5435393" y="384535"/>
                  </a:lnTo>
                  <a:lnTo>
                    <a:pt x="5506094" y="385983"/>
                  </a:lnTo>
                  <a:lnTo>
                    <a:pt x="5575726" y="388366"/>
                  </a:lnTo>
                  <a:lnTo>
                    <a:pt x="5644197" y="391660"/>
                  </a:lnTo>
                  <a:lnTo>
                    <a:pt x="5711413" y="395841"/>
                  </a:lnTo>
                  <a:lnTo>
                    <a:pt x="5777281" y="400884"/>
                  </a:lnTo>
                  <a:lnTo>
                    <a:pt x="5841709" y="406765"/>
                  </a:lnTo>
                  <a:lnTo>
                    <a:pt x="5904601" y="413460"/>
                  </a:lnTo>
                  <a:lnTo>
                    <a:pt x="5965867" y="420945"/>
                  </a:lnTo>
                  <a:lnTo>
                    <a:pt x="6025411" y="429194"/>
                  </a:lnTo>
                  <a:lnTo>
                    <a:pt x="6083142" y="438185"/>
                  </a:lnTo>
                  <a:lnTo>
                    <a:pt x="6138965" y="447891"/>
                  </a:lnTo>
                  <a:lnTo>
                    <a:pt x="6192787" y="458290"/>
                  </a:lnTo>
                  <a:lnTo>
                    <a:pt x="6244516" y="469357"/>
                  </a:lnTo>
                  <a:lnTo>
                    <a:pt x="6294058" y="481067"/>
                  </a:lnTo>
                  <a:lnTo>
                    <a:pt x="6341320" y="493396"/>
                  </a:lnTo>
                  <a:lnTo>
                    <a:pt x="6386208" y="506320"/>
                  </a:lnTo>
                  <a:lnTo>
                    <a:pt x="6428629" y="519815"/>
                  </a:lnTo>
                  <a:lnTo>
                    <a:pt x="6468491" y="533856"/>
                  </a:lnTo>
                  <a:lnTo>
                    <a:pt x="6505699" y="548418"/>
                  </a:lnTo>
                  <a:lnTo>
                    <a:pt x="6571784" y="579012"/>
                  </a:lnTo>
                  <a:lnTo>
                    <a:pt x="6626137" y="611400"/>
                  </a:lnTo>
                  <a:lnTo>
                    <a:pt x="6668013" y="645390"/>
                  </a:lnTo>
                  <a:lnTo>
                    <a:pt x="6696665" y="680786"/>
                  </a:lnTo>
                  <a:lnTo>
                    <a:pt x="6711349" y="717394"/>
                  </a:lnTo>
                  <a:lnTo>
                    <a:pt x="6713220" y="736091"/>
                  </a:lnTo>
                  <a:lnTo>
                    <a:pt x="6711349" y="754789"/>
                  </a:lnTo>
                  <a:lnTo>
                    <a:pt x="6696665" y="791397"/>
                  </a:lnTo>
                  <a:lnTo>
                    <a:pt x="6668013" y="826793"/>
                  </a:lnTo>
                  <a:lnTo>
                    <a:pt x="6626137" y="860783"/>
                  </a:lnTo>
                  <a:lnTo>
                    <a:pt x="6571784" y="893171"/>
                  </a:lnTo>
                  <a:lnTo>
                    <a:pt x="6505699" y="923765"/>
                  </a:lnTo>
                  <a:lnTo>
                    <a:pt x="6468491" y="938327"/>
                  </a:lnTo>
                  <a:lnTo>
                    <a:pt x="6428629" y="952368"/>
                  </a:lnTo>
                  <a:lnTo>
                    <a:pt x="6386208" y="965863"/>
                  </a:lnTo>
                  <a:lnTo>
                    <a:pt x="6341320" y="978787"/>
                  </a:lnTo>
                  <a:lnTo>
                    <a:pt x="6294058" y="991116"/>
                  </a:lnTo>
                  <a:lnTo>
                    <a:pt x="6244516" y="1002826"/>
                  </a:lnTo>
                  <a:lnTo>
                    <a:pt x="6192787" y="1013893"/>
                  </a:lnTo>
                  <a:lnTo>
                    <a:pt x="6138965" y="1024292"/>
                  </a:lnTo>
                  <a:lnTo>
                    <a:pt x="6083142" y="1033998"/>
                  </a:lnTo>
                  <a:lnTo>
                    <a:pt x="6025411" y="1042989"/>
                  </a:lnTo>
                  <a:lnTo>
                    <a:pt x="5965867" y="1051238"/>
                  </a:lnTo>
                  <a:lnTo>
                    <a:pt x="5904601" y="1058723"/>
                  </a:lnTo>
                  <a:lnTo>
                    <a:pt x="5841709" y="1065418"/>
                  </a:lnTo>
                  <a:lnTo>
                    <a:pt x="5777281" y="1071299"/>
                  </a:lnTo>
                  <a:lnTo>
                    <a:pt x="5711413" y="1076342"/>
                  </a:lnTo>
                  <a:lnTo>
                    <a:pt x="5644197" y="1080523"/>
                  </a:lnTo>
                  <a:lnTo>
                    <a:pt x="5575726" y="1083817"/>
                  </a:lnTo>
                  <a:lnTo>
                    <a:pt x="5506094" y="1086200"/>
                  </a:lnTo>
                  <a:lnTo>
                    <a:pt x="5435393" y="1087648"/>
                  </a:lnTo>
                  <a:lnTo>
                    <a:pt x="5363718" y="1088136"/>
                  </a:lnTo>
                  <a:lnTo>
                    <a:pt x="5292042" y="1087648"/>
                  </a:lnTo>
                  <a:lnTo>
                    <a:pt x="5221341" y="1086200"/>
                  </a:lnTo>
                  <a:lnTo>
                    <a:pt x="5151709" y="1083817"/>
                  </a:lnTo>
                  <a:lnTo>
                    <a:pt x="5083238" y="1080523"/>
                  </a:lnTo>
                  <a:lnTo>
                    <a:pt x="5016022" y="1076342"/>
                  </a:lnTo>
                  <a:lnTo>
                    <a:pt x="4950154" y="1071299"/>
                  </a:lnTo>
                  <a:lnTo>
                    <a:pt x="4885726" y="1065418"/>
                  </a:lnTo>
                  <a:lnTo>
                    <a:pt x="4822834" y="1058723"/>
                  </a:lnTo>
                  <a:lnTo>
                    <a:pt x="4761568" y="1051238"/>
                  </a:lnTo>
                  <a:lnTo>
                    <a:pt x="4702024" y="1042989"/>
                  </a:lnTo>
                  <a:lnTo>
                    <a:pt x="4644293" y="1033998"/>
                  </a:lnTo>
                  <a:lnTo>
                    <a:pt x="4588470" y="1024292"/>
                  </a:lnTo>
                  <a:lnTo>
                    <a:pt x="4534648" y="1013893"/>
                  </a:lnTo>
                  <a:lnTo>
                    <a:pt x="4482919" y="1002826"/>
                  </a:lnTo>
                  <a:lnTo>
                    <a:pt x="4433377" y="991116"/>
                  </a:lnTo>
                  <a:lnTo>
                    <a:pt x="4386115" y="978787"/>
                  </a:lnTo>
                  <a:lnTo>
                    <a:pt x="4341227" y="965863"/>
                  </a:lnTo>
                  <a:lnTo>
                    <a:pt x="4298806" y="952368"/>
                  </a:lnTo>
                  <a:lnTo>
                    <a:pt x="4258944" y="938327"/>
                  </a:lnTo>
                  <a:lnTo>
                    <a:pt x="4221736" y="923765"/>
                  </a:lnTo>
                  <a:lnTo>
                    <a:pt x="4155651" y="893171"/>
                  </a:lnTo>
                  <a:lnTo>
                    <a:pt x="4101298" y="860783"/>
                  </a:lnTo>
                  <a:lnTo>
                    <a:pt x="4059422" y="826793"/>
                  </a:lnTo>
                  <a:lnTo>
                    <a:pt x="4030770" y="791397"/>
                  </a:lnTo>
                  <a:lnTo>
                    <a:pt x="4016086" y="754789"/>
                  </a:lnTo>
                  <a:lnTo>
                    <a:pt x="4014216" y="736091"/>
                  </a:lnTo>
                  <a:close/>
                </a:path>
                <a:path w="6713220" h="1472564">
                  <a:moveTo>
                    <a:pt x="3073908" y="690371"/>
                  </a:moveTo>
                  <a:lnTo>
                    <a:pt x="3089154" y="622824"/>
                  </a:lnTo>
                  <a:lnTo>
                    <a:pt x="3132398" y="561409"/>
                  </a:lnTo>
                  <a:lnTo>
                    <a:pt x="3163348" y="533643"/>
                  </a:lnTo>
                  <a:lnTo>
                    <a:pt x="3199892" y="508181"/>
                  </a:lnTo>
                  <a:lnTo>
                    <a:pt x="3241563" y="485281"/>
                  </a:lnTo>
                  <a:lnTo>
                    <a:pt x="3287892" y="465198"/>
                  </a:lnTo>
                  <a:lnTo>
                    <a:pt x="3338410" y="448191"/>
                  </a:lnTo>
                  <a:lnTo>
                    <a:pt x="3392650" y="434515"/>
                  </a:lnTo>
                  <a:lnTo>
                    <a:pt x="3450144" y="424429"/>
                  </a:lnTo>
                  <a:lnTo>
                    <a:pt x="3510422" y="418189"/>
                  </a:lnTo>
                  <a:lnTo>
                    <a:pt x="3573018" y="416051"/>
                  </a:lnTo>
                  <a:lnTo>
                    <a:pt x="3635613" y="418189"/>
                  </a:lnTo>
                  <a:lnTo>
                    <a:pt x="3695891" y="424429"/>
                  </a:lnTo>
                  <a:lnTo>
                    <a:pt x="3753385" y="434515"/>
                  </a:lnTo>
                  <a:lnTo>
                    <a:pt x="3807625" y="448191"/>
                  </a:lnTo>
                  <a:lnTo>
                    <a:pt x="3858143" y="465198"/>
                  </a:lnTo>
                  <a:lnTo>
                    <a:pt x="3904472" y="485281"/>
                  </a:lnTo>
                  <a:lnTo>
                    <a:pt x="3946143" y="508181"/>
                  </a:lnTo>
                  <a:lnTo>
                    <a:pt x="3982687" y="533643"/>
                  </a:lnTo>
                  <a:lnTo>
                    <a:pt x="4013637" y="561409"/>
                  </a:lnTo>
                  <a:lnTo>
                    <a:pt x="4038524" y="591221"/>
                  </a:lnTo>
                  <a:lnTo>
                    <a:pt x="4068238" y="655960"/>
                  </a:lnTo>
                  <a:lnTo>
                    <a:pt x="4072128" y="690371"/>
                  </a:lnTo>
                  <a:lnTo>
                    <a:pt x="4068238" y="724783"/>
                  </a:lnTo>
                  <a:lnTo>
                    <a:pt x="4038524" y="789522"/>
                  </a:lnTo>
                  <a:lnTo>
                    <a:pt x="4013637" y="819334"/>
                  </a:lnTo>
                  <a:lnTo>
                    <a:pt x="3982687" y="847100"/>
                  </a:lnTo>
                  <a:lnTo>
                    <a:pt x="3946143" y="872562"/>
                  </a:lnTo>
                  <a:lnTo>
                    <a:pt x="3904472" y="895462"/>
                  </a:lnTo>
                  <a:lnTo>
                    <a:pt x="3858143" y="915545"/>
                  </a:lnTo>
                  <a:lnTo>
                    <a:pt x="3807625" y="932552"/>
                  </a:lnTo>
                  <a:lnTo>
                    <a:pt x="3753385" y="946228"/>
                  </a:lnTo>
                  <a:lnTo>
                    <a:pt x="3695891" y="956314"/>
                  </a:lnTo>
                  <a:lnTo>
                    <a:pt x="3635613" y="962554"/>
                  </a:lnTo>
                  <a:lnTo>
                    <a:pt x="3573018" y="964691"/>
                  </a:lnTo>
                  <a:lnTo>
                    <a:pt x="3510422" y="962554"/>
                  </a:lnTo>
                  <a:lnTo>
                    <a:pt x="3450144" y="956314"/>
                  </a:lnTo>
                  <a:lnTo>
                    <a:pt x="3392650" y="946228"/>
                  </a:lnTo>
                  <a:lnTo>
                    <a:pt x="3338410" y="932552"/>
                  </a:lnTo>
                  <a:lnTo>
                    <a:pt x="3287892" y="915545"/>
                  </a:lnTo>
                  <a:lnTo>
                    <a:pt x="3241563" y="895462"/>
                  </a:lnTo>
                  <a:lnTo>
                    <a:pt x="3199892" y="872562"/>
                  </a:lnTo>
                  <a:lnTo>
                    <a:pt x="3163348" y="847100"/>
                  </a:lnTo>
                  <a:lnTo>
                    <a:pt x="3132398" y="819334"/>
                  </a:lnTo>
                  <a:lnTo>
                    <a:pt x="3107511" y="789522"/>
                  </a:lnTo>
                  <a:lnTo>
                    <a:pt x="3077797" y="724783"/>
                  </a:lnTo>
                  <a:lnTo>
                    <a:pt x="3073908" y="690371"/>
                  </a:lnTo>
                  <a:close/>
                </a:path>
                <a:path w="6713220" h="1472564">
                  <a:moveTo>
                    <a:pt x="1763268" y="425195"/>
                  </a:moveTo>
                  <a:lnTo>
                    <a:pt x="1774821" y="374805"/>
                  </a:lnTo>
                  <a:lnTo>
                    <a:pt x="1808130" y="327372"/>
                  </a:lnTo>
                  <a:lnTo>
                    <a:pt x="1861170" y="283689"/>
                  </a:lnTo>
                  <a:lnTo>
                    <a:pt x="1894456" y="263502"/>
                  </a:lnTo>
                  <a:lnTo>
                    <a:pt x="1931915" y="244550"/>
                  </a:lnTo>
                  <a:lnTo>
                    <a:pt x="1973294" y="226933"/>
                  </a:lnTo>
                  <a:lnTo>
                    <a:pt x="2018339" y="210748"/>
                  </a:lnTo>
                  <a:lnTo>
                    <a:pt x="2066797" y="196097"/>
                  </a:lnTo>
                  <a:lnTo>
                    <a:pt x="2118416" y="183077"/>
                  </a:lnTo>
                  <a:lnTo>
                    <a:pt x="2172941" y="171788"/>
                  </a:lnTo>
                  <a:lnTo>
                    <a:pt x="2230121" y="162330"/>
                  </a:lnTo>
                  <a:lnTo>
                    <a:pt x="2289700" y="154800"/>
                  </a:lnTo>
                  <a:lnTo>
                    <a:pt x="2351427" y="149299"/>
                  </a:lnTo>
                  <a:lnTo>
                    <a:pt x="2415048" y="145926"/>
                  </a:lnTo>
                  <a:lnTo>
                    <a:pt x="2480310" y="144779"/>
                  </a:lnTo>
                  <a:lnTo>
                    <a:pt x="2545571" y="145926"/>
                  </a:lnTo>
                  <a:lnTo>
                    <a:pt x="2609192" y="149299"/>
                  </a:lnTo>
                  <a:lnTo>
                    <a:pt x="2670919" y="154800"/>
                  </a:lnTo>
                  <a:lnTo>
                    <a:pt x="2730498" y="162330"/>
                  </a:lnTo>
                  <a:lnTo>
                    <a:pt x="2787678" y="171788"/>
                  </a:lnTo>
                  <a:lnTo>
                    <a:pt x="2842203" y="183077"/>
                  </a:lnTo>
                  <a:lnTo>
                    <a:pt x="2893822" y="196097"/>
                  </a:lnTo>
                  <a:lnTo>
                    <a:pt x="2942280" y="210748"/>
                  </a:lnTo>
                  <a:lnTo>
                    <a:pt x="2987325" y="226933"/>
                  </a:lnTo>
                  <a:lnTo>
                    <a:pt x="3028704" y="244550"/>
                  </a:lnTo>
                  <a:lnTo>
                    <a:pt x="3066163" y="263502"/>
                  </a:lnTo>
                  <a:lnTo>
                    <a:pt x="3099449" y="283689"/>
                  </a:lnTo>
                  <a:lnTo>
                    <a:pt x="3152489" y="327372"/>
                  </a:lnTo>
                  <a:lnTo>
                    <a:pt x="3185798" y="374805"/>
                  </a:lnTo>
                  <a:lnTo>
                    <a:pt x="3197352" y="425195"/>
                  </a:lnTo>
                  <a:lnTo>
                    <a:pt x="3194421" y="450711"/>
                  </a:lnTo>
                  <a:lnTo>
                    <a:pt x="3171736" y="499722"/>
                  </a:lnTo>
                  <a:lnTo>
                    <a:pt x="3128308" y="545379"/>
                  </a:lnTo>
                  <a:lnTo>
                    <a:pt x="3066163" y="586889"/>
                  </a:lnTo>
                  <a:lnTo>
                    <a:pt x="3028704" y="605841"/>
                  </a:lnTo>
                  <a:lnTo>
                    <a:pt x="2987325" y="623458"/>
                  </a:lnTo>
                  <a:lnTo>
                    <a:pt x="2942280" y="639643"/>
                  </a:lnTo>
                  <a:lnTo>
                    <a:pt x="2893822" y="654294"/>
                  </a:lnTo>
                  <a:lnTo>
                    <a:pt x="2842203" y="667314"/>
                  </a:lnTo>
                  <a:lnTo>
                    <a:pt x="2787678" y="678603"/>
                  </a:lnTo>
                  <a:lnTo>
                    <a:pt x="2730498" y="688061"/>
                  </a:lnTo>
                  <a:lnTo>
                    <a:pt x="2670919" y="695591"/>
                  </a:lnTo>
                  <a:lnTo>
                    <a:pt x="2609192" y="701092"/>
                  </a:lnTo>
                  <a:lnTo>
                    <a:pt x="2545571" y="704465"/>
                  </a:lnTo>
                  <a:lnTo>
                    <a:pt x="2480310" y="705612"/>
                  </a:lnTo>
                  <a:lnTo>
                    <a:pt x="2415048" y="704465"/>
                  </a:lnTo>
                  <a:lnTo>
                    <a:pt x="2351427" y="701092"/>
                  </a:lnTo>
                  <a:lnTo>
                    <a:pt x="2289700" y="695591"/>
                  </a:lnTo>
                  <a:lnTo>
                    <a:pt x="2230121" y="688061"/>
                  </a:lnTo>
                  <a:lnTo>
                    <a:pt x="2172941" y="678603"/>
                  </a:lnTo>
                  <a:lnTo>
                    <a:pt x="2118416" y="667314"/>
                  </a:lnTo>
                  <a:lnTo>
                    <a:pt x="2066797" y="654294"/>
                  </a:lnTo>
                  <a:lnTo>
                    <a:pt x="2018339" y="639643"/>
                  </a:lnTo>
                  <a:lnTo>
                    <a:pt x="1973294" y="623458"/>
                  </a:lnTo>
                  <a:lnTo>
                    <a:pt x="1931915" y="605841"/>
                  </a:lnTo>
                  <a:lnTo>
                    <a:pt x="1894456" y="586889"/>
                  </a:lnTo>
                  <a:lnTo>
                    <a:pt x="1861170" y="566702"/>
                  </a:lnTo>
                  <a:lnTo>
                    <a:pt x="1808130" y="523019"/>
                  </a:lnTo>
                  <a:lnTo>
                    <a:pt x="1774821" y="475586"/>
                  </a:lnTo>
                  <a:lnTo>
                    <a:pt x="1763268" y="425195"/>
                  </a:lnTo>
                  <a:close/>
                </a:path>
                <a:path w="6713220" h="1472564">
                  <a:moveTo>
                    <a:pt x="0" y="736091"/>
                  </a:moveTo>
                  <a:lnTo>
                    <a:pt x="1539" y="692841"/>
                  </a:lnTo>
                  <a:lnTo>
                    <a:pt x="6101" y="650249"/>
                  </a:lnTo>
                  <a:lnTo>
                    <a:pt x="13599" y="608383"/>
                  </a:lnTo>
                  <a:lnTo>
                    <a:pt x="23950" y="567314"/>
                  </a:lnTo>
                  <a:lnTo>
                    <a:pt x="37068" y="527110"/>
                  </a:lnTo>
                  <a:lnTo>
                    <a:pt x="52868" y="487840"/>
                  </a:lnTo>
                  <a:lnTo>
                    <a:pt x="71264" y="449574"/>
                  </a:lnTo>
                  <a:lnTo>
                    <a:pt x="92173" y="412379"/>
                  </a:lnTo>
                  <a:lnTo>
                    <a:pt x="115508" y="376326"/>
                  </a:lnTo>
                  <a:lnTo>
                    <a:pt x="141184" y="341484"/>
                  </a:lnTo>
                  <a:lnTo>
                    <a:pt x="169117" y="307920"/>
                  </a:lnTo>
                  <a:lnTo>
                    <a:pt x="199221" y="275706"/>
                  </a:lnTo>
                  <a:lnTo>
                    <a:pt x="231412" y="244909"/>
                  </a:lnTo>
                  <a:lnTo>
                    <a:pt x="265604" y="215598"/>
                  </a:lnTo>
                  <a:lnTo>
                    <a:pt x="301712" y="187843"/>
                  </a:lnTo>
                  <a:lnTo>
                    <a:pt x="339652" y="161712"/>
                  </a:lnTo>
                  <a:lnTo>
                    <a:pt x="379337" y="137276"/>
                  </a:lnTo>
                  <a:lnTo>
                    <a:pt x="420683" y="114601"/>
                  </a:lnTo>
                  <a:lnTo>
                    <a:pt x="463605" y="93759"/>
                  </a:lnTo>
                  <a:lnTo>
                    <a:pt x="508018" y="74818"/>
                  </a:lnTo>
                  <a:lnTo>
                    <a:pt x="553837" y="57846"/>
                  </a:lnTo>
                  <a:lnTo>
                    <a:pt x="600976" y="42913"/>
                  </a:lnTo>
                  <a:lnTo>
                    <a:pt x="649350" y="30088"/>
                  </a:lnTo>
                  <a:lnTo>
                    <a:pt x="698876" y="19440"/>
                  </a:lnTo>
                  <a:lnTo>
                    <a:pt x="749466" y="11039"/>
                  </a:lnTo>
                  <a:lnTo>
                    <a:pt x="801037" y="4952"/>
                  </a:lnTo>
                  <a:lnTo>
                    <a:pt x="853503" y="1249"/>
                  </a:lnTo>
                  <a:lnTo>
                    <a:pt x="906780" y="0"/>
                  </a:lnTo>
                  <a:lnTo>
                    <a:pt x="960056" y="1249"/>
                  </a:lnTo>
                  <a:lnTo>
                    <a:pt x="1012522" y="4952"/>
                  </a:lnTo>
                  <a:lnTo>
                    <a:pt x="1064093" y="11039"/>
                  </a:lnTo>
                  <a:lnTo>
                    <a:pt x="1114683" y="19440"/>
                  </a:lnTo>
                  <a:lnTo>
                    <a:pt x="1164209" y="30088"/>
                  </a:lnTo>
                  <a:lnTo>
                    <a:pt x="1212583" y="42913"/>
                  </a:lnTo>
                  <a:lnTo>
                    <a:pt x="1259722" y="57846"/>
                  </a:lnTo>
                  <a:lnTo>
                    <a:pt x="1305541" y="74818"/>
                  </a:lnTo>
                  <a:lnTo>
                    <a:pt x="1349954" y="93759"/>
                  </a:lnTo>
                  <a:lnTo>
                    <a:pt x="1392876" y="114601"/>
                  </a:lnTo>
                  <a:lnTo>
                    <a:pt x="1434222" y="137276"/>
                  </a:lnTo>
                  <a:lnTo>
                    <a:pt x="1473907" y="161712"/>
                  </a:lnTo>
                  <a:lnTo>
                    <a:pt x="1511847" y="187843"/>
                  </a:lnTo>
                  <a:lnTo>
                    <a:pt x="1547955" y="215598"/>
                  </a:lnTo>
                  <a:lnTo>
                    <a:pt x="1582147" y="244909"/>
                  </a:lnTo>
                  <a:lnTo>
                    <a:pt x="1614338" y="275706"/>
                  </a:lnTo>
                  <a:lnTo>
                    <a:pt x="1644442" y="307920"/>
                  </a:lnTo>
                  <a:lnTo>
                    <a:pt x="1672375" y="341484"/>
                  </a:lnTo>
                  <a:lnTo>
                    <a:pt x="1698051" y="376326"/>
                  </a:lnTo>
                  <a:lnTo>
                    <a:pt x="1721386" y="412379"/>
                  </a:lnTo>
                  <a:lnTo>
                    <a:pt x="1742295" y="449574"/>
                  </a:lnTo>
                  <a:lnTo>
                    <a:pt x="1760691" y="487840"/>
                  </a:lnTo>
                  <a:lnTo>
                    <a:pt x="1776491" y="527110"/>
                  </a:lnTo>
                  <a:lnTo>
                    <a:pt x="1789609" y="567314"/>
                  </a:lnTo>
                  <a:lnTo>
                    <a:pt x="1799960" y="608383"/>
                  </a:lnTo>
                  <a:lnTo>
                    <a:pt x="1807458" y="650249"/>
                  </a:lnTo>
                  <a:lnTo>
                    <a:pt x="1812020" y="692841"/>
                  </a:lnTo>
                  <a:lnTo>
                    <a:pt x="1813560" y="736091"/>
                  </a:lnTo>
                  <a:lnTo>
                    <a:pt x="1812020" y="779342"/>
                  </a:lnTo>
                  <a:lnTo>
                    <a:pt x="1807458" y="821934"/>
                  </a:lnTo>
                  <a:lnTo>
                    <a:pt x="1799960" y="863800"/>
                  </a:lnTo>
                  <a:lnTo>
                    <a:pt x="1789609" y="904869"/>
                  </a:lnTo>
                  <a:lnTo>
                    <a:pt x="1776491" y="945073"/>
                  </a:lnTo>
                  <a:lnTo>
                    <a:pt x="1760691" y="984343"/>
                  </a:lnTo>
                  <a:lnTo>
                    <a:pt x="1742295" y="1022609"/>
                  </a:lnTo>
                  <a:lnTo>
                    <a:pt x="1721386" y="1059804"/>
                  </a:lnTo>
                  <a:lnTo>
                    <a:pt x="1698051" y="1095857"/>
                  </a:lnTo>
                  <a:lnTo>
                    <a:pt x="1672375" y="1130699"/>
                  </a:lnTo>
                  <a:lnTo>
                    <a:pt x="1644442" y="1164263"/>
                  </a:lnTo>
                  <a:lnTo>
                    <a:pt x="1614338" y="1196477"/>
                  </a:lnTo>
                  <a:lnTo>
                    <a:pt x="1582147" y="1227274"/>
                  </a:lnTo>
                  <a:lnTo>
                    <a:pt x="1547955" y="1256585"/>
                  </a:lnTo>
                  <a:lnTo>
                    <a:pt x="1511847" y="1284340"/>
                  </a:lnTo>
                  <a:lnTo>
                    <a:pt x="1473907" y="1310471"/>
                  </a:lnTo>
                  <a:lnTo>
                    <a:pt x="1434222" y="1334907"/>
                  </a:lnTo>
                  <a:lnTo>
                    <a:pt x="1392876" y="1357582"/>
                  </a:lnTo>
                  <a:lnTo>
                    <a:pt x="1349954" y="1378424"/>
                  </a:lnTo>
                  <a:lnTo>
                    <a:pt x="1305541" y="1397365"/>
                  </a:lnTo>
                  <a:lnTo>
                    <a:pt x="1259722" y="1414337"/>
                  </a:lnTo>
                  <a:lnTo>
                    <a:pt x="1212583" y="1429270"/>
                  </a:lnTo>
                  <a:lnTo>
                    <a:pt x="1164209" y="1442095"/>
                  </a:lnTo>
                  <a:lnTo>
                    <a:pt x="1114683" y="1452743"/>
                  </a:lnTo>
                  <a:lnTo>
                    <a:pt x="1064093" y="1461144"/>
                  </a:lnTo>
                  <a:lnTo>
                    <a:pt x="1012522" y="1467231"/>
                  </a:lnTo>
                  <a:lnTo>
                    <a:pt x="960056" y="1470934"/>
                  </a:lnTo>
                  <a:lnTo>
                    <a:pt x="906780" y="1472183"/>
                  </a:lnTo>
                  <a:lnTo>
                    <a:pt x="853503" y="1470934"/>
                  </a:lnTo>
                  <a:lnTo>
                    <a:pt x="801037" y="1467231"/>
                  </a:lnTo>
                  <a:lnTo>
                    <a:pt x="749466" y="1461144"/>
                  </a:lnTo>
                  <a:lnTo>
                    <a:pt x="698876" y="1452743"/>
                  </a:lnTo>
                  <a:lnTo>
                    <a:pt x="649350" y="1442095"/>
                  </a:lnTo>
                  <a:lnTo>
                    <a:pt x="600976" y="1429270"/>
                  </a:lnTo>
                  <a:lnTo>
                    <a:pt x="553837" y="1414337"/>
                  </a:lnTo>
                  <a:lnTo>
                    <a:pt x="508018" y="1397365"/>
                  </a:lnTo>
                  <a:lnTo>
                    <a:pt x="463605" y="1378424"/>
                  </a:lnTo>
                  <a:lnTo>
                    <a:pt x="420683" y="1357582"/>
                  </a:lnTo>
                  <a:lnTo>
                    <a:pt x="379337" y="1334907"/>
                  </a:lnTo>
                  <a:lnTo>
                    <a:pt x="339652" y="1310471"/>
                  </a:lnTo>
                  <a:lnTo>
                    <a:pt x="301712" y="1284340"/>
                  </a:lnTo>
                  <a:lnTo>
                    <a:pt x="265604" y="1256585"/>
                  </a:lnTo>
                  <a:lnTo>
                    <a:pt x="231412" y="1227274"/>
                  </a:lnTo>
                  <a:lnTo>
                    <a:pt x="199221" y="1196477"/>
                  </a:lnTo>
                  <a:lnTo>
                    <a:pt x="169117" y="1164263"/>
                  </a:lnTo>
                  <a:lnTo>
                    <a:pt x="141184" y="1130699"/>
                  </a:lnTo>
                  <a:lnTo>
                    <a:pt x="115508" y="1095857"/>
                  </a:lnTo>
                  <a:lnTo>
                    <a:pt x="92173" y="1059804"/>
                  </a:lnTo>
                  <a:lnTo>
                    <a:pt x="71264" y="1022609"/>
                  </a:lnTo>
                  <a:lnTo>
                    <a:pt x="52868" y="984343"/>
                  </a:lnTo>
                  <a:lnTo>
                    <a:pt x="37068" y="945073"/>
                  </a:lnTo>
                  <a:lnTo>
                    <a:pt x="23950" y="904869"/>
                  </a:lnTo>
                  <a:lnTo>
                    <a:pt x="13599" y="863800"/>
                  </a:lnTo>
                  <a:lnTo>
                    <a:pt x="6101" y="821934"/>
                  </a:lnTo>
                  <a:lnTo>
                    <a:pt x="1539" y="779342"/>
                  </a:lnTo>
                  <a:lnTo>
                    <a:pt x="0" y="736091"/>
                  </a:lnTo>
                  <a:close/>
                </a:path>
              </a:pathLst>
            </a:custGeom>
            <a:ln w="38100">
              <a:solidFill>
                <a:srgbClr val="6F2F9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1"/>
            <p:cNvSpPr/>
            <p:nvPr/>
          </p:nvSpPr>
          <p:spPr>
            <a:xfrm>
              <a:off x="1216913" y="3016757"/>
              <a:ext cx="9834880" cy="1490980"/>
            </a:xfrm>
            <a:custGeom>
              <a:avLst/>
              <a:gdLst/>
              <a:ahLst/>
              <a:cxnLst/>
              <a:rect l="l" t="t" r="r" b="b"/>
              <a:pathLst>
                <a:path w="9834880" h="1490979">
                  <a:moveTo>
                    <a:pt x="0" y="542543"/>
                  </a:moveTo>
                  <a:lnTo>
                    <a:pt x="10270" y="497058"/>
                  </a:lnTo>
                  <a:lnTo>
                    <a:pt x="40056" y="453768"/>
                  </a:lnTo>
                  <a:lnTo>
                    <a:pt x="87823" y="413197"/>
                  </a:lnTo>
                  <a:lnTo>
                    <a:pt x="152033" y="375868"/>
                  </a:lnTo>
                  <a:lnTo>
                    <a:pt x="189824" y="358584"/>
                  </a:lnTo>
                  <a:lnTo>
                    <a:pt x="231150" y="342306"/>
                  </a:lnTo>
                  <a:lnTo>
                    <a:pt x="275819" y="327100"/>
                  </a:lnTo>
                  <a:lnTo>
                    <a:pt x="323638" y="313033"/>
                  </a:lnTo>
                  <a:lnTo>
                    <a:pt x="374417" y="300168"/>
                  </a:lnTo>
                  <a:lnTo>
                    <a:pt x="427961" y="288572"/>
                  </a:lnTo>
                  <a:lnTo>
                    <a:pt x="484081" y="278309"/>
                  </a:lnTo>
                  <a:lnTo>
                    <a:pt x="542582" y="269447"/>
                  </a:lnTo>
                  <a:lnTo>
                    <a:pt x="603275" y="262048"/>
                  </a:lnTo>
                  <a:lnTo>
                    <a:pt x="665965" y="256180"/>
                  </a:lnTo>
                  <a:lnTo>
                    <a:pt x="730462" y="251908"/>
                  </a:lnTo>
                  <a:lnTo>
                    <a:pt x="796574" y="249297"/>
                  </a:lnTo>
                  <a:lnTo>
                    <a:pt x="864108" y="248412"/>
                  </a:lnTo>
                  <a:lnTo>
                    <a:pt x="931641" y="249297"/>
                  </a:lnTo>
                  <a:lnTo>
                    <a:pt x="997753" y="251908"/>
                  </a:lnTo>
                  <a:lnTo>
                    <a:pt x="1062250" y="256180"/>
                  </a:lnTo>
                  <a:lnTo>
                    <a:pt x="1124940" y="262048"/>
                  </a:lnTo>
                  <a:lnTo>
                    <a:pt x="1185633" y="269447"/>
                  </a:lnTo>
                  <a:lnTo>
                    <a:pt x="1244134" y="278309"/>
                  </a:lnTo>
                  <a:lnTo>
                    <a:pt x="1300254" y="288572"/>
                  </a:lnTo>
                  <a:lnTo>
                    <a:pt x="1353798" y="300168"/>
                  </a:lnTo>
                  <a:lnTo>
                    <a:pt x="1404577" y="313033"/>
                  </a:lnTo>
                  <a:lnTo>
                    <a:pt x="1452396" y="327100"/>
                  </a:lnTo>
                  <a:lnTo>
                    <a:pt x="1497065" y="342306"/>
                  </a:lnTo>
                  <a:lnTo>
                    <a:pt x="1538391" y="358584"/>
                  </a:lnTo>
                  <a:lnTo>
                    <a:pt x="1576182" y="375868"/>
                  </a:lnTo>
                  <a:lnTo>
                    <a:pt x="1610247" y="394095"/>
                  </a:lnTo>
                  <a:lnTo>
                    <a:pt x="1666427" y="433110"/>
                  </a:lnTo>
                  <a:lnTo>
                    <a:pt x="1705395" y="475105"/>
                  </a:lnTo>
                  <a:lnTo>
                    <a:pt x="1725616" y="519559"/>
                  </a:lnTo>
                  <a:lnTo>
                    <a:pt x="1728216" y="542543"/>
                  </a:lnTo>
                  <a:lnTo>
                    <a:pt x="1725616" y="565528"/>
                  </a:lnTo>
                  <a:lnTo>
                    <a:pt x="1705395" y="609982"/>
                  </a:lnTo>
                  <a:lnTo>
                    <a:pt x="1666427" y="651977"/>
                  </a:lnTo>
                  <a:lnTo>
                    <a:pt x="1610247" y="690992"/>
                  </a:lnTo>
                  <a:lnTo>
                    <a:pt x="1576182" y="709219"/>
                  </a:lnTo>
                  <a:lnTo>
                    <a:pt x="1538391" y="726503"/>
                  </a:lnTo>
                  <a:lnTo>
                    <a:pt x="1497065" y="742781"/>
                  </a:lnTo>
                  <a:lnTo>
                    <a:pt x="1452396" y="757987"/>
                  </a:lnTo>
                  <a:lnTo>
                    <a:pt x="1404577" y="772054"/>
                  </a:lnTo>
                  <a:lnTo>
                    <a:pt x="1353798" y="784919"/>
                  </a:lnTo>
                  <a:lnTo>
                    <a:pt x="1300254" y="796515"/>
                  </a:lnTo>
                  <a:lnTo>
                    <a:pt x="1244134" y="806778"/>
                  </a:lnTo>
                  <a:lnTo>
                    <a:pt x="1185633" y="815640"/>
                  </a:lnTo>
                  <a:lnTo>
                    <a:pt x="1124940" y="823039"/>
                  </a:lnTo>
                  <a:lnTo>
                    <a:pt x="1062250" y="828907"/>
                  </a:lnTo>
                  <a:lnTo>
                    <a:pt x="997753" y="833179"/>
                  </a:lnTo>
                  <a:lnTo>
                    <a:pt x="931641" y="835790"/>
                  </a:lnTo>
                  <a:lnTo>
                    <a:pt x="864108" y="836675"/>
                  </a:lnTo>
                  <a:lnTo>
                    <a:pt x="796574" y="835790"/>
                  </a:lnTo>
                  <a:lnTo>
                    <a:pt x="730462" y="833179"/>
                  </a:lnTo>
                  <a:lnTo>
                    <a:pt x="665965" y="828907"/>
                  </a:lnTo>
                  <a:lnTo>
                    <a:pt x="603275" y="823039"/>
                  </a:lnTo>
                  <a:lnTo>
                    <a:pt x="542582" y="815640"/>
                  </a:lnTo>
                  <a:lnTo>
                    <a:pt x="484081" y="806778"/>
                  </a:lnTo>
                  <a:lnTo>
                    <a:pt x="427961" y="796515"/>
                  </a:lnTo>
                  <a:lnTo>
                    <a:pt x="374417" y="784919"/>
                  </a:lnTo>
                  <a:lnTo>
                    <a:pt x="323638" y="772054"/>
                  </a:lnTo>
                  <a:lnTo>
                    <a:pt x="275819" y="757987"/>
                  </a:lnTo>
                  <a:lnTo>
                    <a:pt x="231150" y="742781"/>
                  </a:lnTo>
                  <a:lnTo>
                    <a:pt x="189824" y="726503"/>
                  </a:lnTo>
                  <a:lnTo>
                    <a:pt x="152033" y="709219"/>
                  </a:lnTo>
                  <a:lnTo>
                    <a:pt x="117968" y="690992"/>
                  </a:lnTo>
                  <a:lnTo>
                    <a:pt x="61788" y="651977"/>
                  </a:lnTo>
                  <a:lnTo>
                    <a:pt x="22820" y="609982"/>
                  </a:lnTo>
                  <a:lnTo>
                    <a:pt x="2599" y="565528"/>
                  </a:lnTo>
                  <a:lnTo>
                    <a:pt x="0" y="542543"/>
                  </a:lnTo>
                  <a:close/>
                </a:path>
                <a:path w="9834880" h="1490979">
                  <a:moveTo>
                    <a:pt x="7766304" y="745235"/>
                  </a:moveTo>
                  <a:lnTo>
                    <a:pt x="7767737" y="705655"/>
                  </a:lnTo>
                  <a:lnTo>
                    <a:pt x="7771989" y="666612"/>
                  </a:lnTo>
                  <a:lnTo>
                    <a:pt x="7778988" y="628159"/>
                  </a:lnTo>
                  <a:lnTo>
                    <a:pt x="7788663" y="590348"/>
                  </a:lnTo>
                  <a:lnTo>
                    <a:pt x="7800943" y="553229"/>
                  </a:lnTo>
                  <a:lnTo>
                    <a:pt x="7815755" y="516855"/>
                  </a:lnTo>
                  <a:lnTo>
                    <a:pt x="7833030" y="481276"/>
                  </a:lnTo>
                  <a:lnTo>
                    <a:pt x="7852694" y="446545"/>
                  </a:lnTo>
                  <a:lnTo>
                    <a:pt x="7874677" y="412713"/>
                  </a:lnTo>
                  <a:lnTo>
                    <a:pt x="7898907" y="379830"/>
                  </a:lnTo>
                  <a:lnTo>
                    <a:pt x="7925313" y="347950"/>
                  </a:lnTo>
                  <a:lnTo>
                    <a:pt x="7953824" y="317123"/>
                  </a:lnTo>
                  <a:lnTo>
                    <a:pt x="7984367" y="287400"/>
                  </a:lnTo>
                  <a:lnTo>
                    <a:pt x="8016872" y="258834"/>
                  </a:lnTo>
                  <a:lnTo>
                    <a:pt x="8051267" y="231475"/>
                  </a:lnTo>
                  <a:lnTo>
                    <a:pt x="8087481" y="205376"/>
                  </a:lnTo>
                  <a:lnTo>
                    <a:pt x="8125441" y="180587"/>
                  </a:lnTo>
                  <a:lnTo>
                    <a:pt x="8165078" y="157160"/>
                  </a:lnTo>
                  <a:lnTo>
                    <a:pt x="8206318" y="135148"/>
                  </a:lnTo>
                  <a:lnTo>
                    <a:pt x="8249092" y="114600"/>
                  </a:lnTo>
                  <a:lnTo>
                    <a:pt x="8293327" y="95569"/>
                  </a:lnTo>
                  <a:lnTo>
                    <a:pt x="8338952" y="78106"/>
                  </a:lnTo>
                  <a:lnTo>
                    <a:pt x="8385895" y="62262"/>
                  </a:lnTo>
                  <a:lnTo>
                    <a:pt x="8434086" y="48090"/>
                  </a:lnTo>
                  <a:lnTo>
                    <a:pt x="8483452" y="35640"/>
                  </a:lnTo>
                  <a:lnTo>
                    <a:pt x="8533923" y="24964"/>
                  </a:lnTo>
                  <a:lnTo>
                    <a:pt x="8585426" y="16114"/>
                  </a:lnTo>
                  <a:lnTo>
                    <a:pt x="8637890" y="9141"/>
                  </a:lnTo>
                  <a:lnTo>
                    <a:pt x="8691245" y="4097"/>
                  </a:lnTo>
                  <a:lnTo>
                    <a:pt x="8745418" y="1032"/>
                  </a:lnTo>
                  <a:lnTo>
                    <a:pt x="8800338" y="0"/>
                  </a:lnTo>
                  <a:lnTo>
                    <a:pt x="8855257" y="1032"/>
                  </a:lnTo>
                  <a:lnTo>
                    <a:pt x="8909430" y="4097"/>
                  </a:lnTo>
                  <a:lnTo>
                    <a:pt x="8962785" y="9141"/>
                  </a:lnTo>
                  <a:lnTo>
                    <a:pt x="9015249" y="16114"/>
                  </a:lnTo>
                  <a:lnTo>
                    <a:pt x="9066752" y="24964"/>
                  </a:lnTo>
                  <a:lnTo>
                    <a:pt x="9117223" y="35640"/>
                  </a:lnTo>
                  <a:lnTo>
                    <a:pt x="9166589" y="48090"/>
                  </a:lnTo>
                  <a:lnTo>
                    <a:pt x="9214780" y="62262"/>
                  </a:lnTo>
                  <a:lnTo>
                    <a:pt x="9261723" y="78106"/>
                  </a:lnTo>
                  <a:lnTo>
                    <a:pt x="9307348" y="95569"/>
                  </a:lnTo>
                  <a:lnTo>
                    <a:pt x="9351583" y="114600"/>
                  </a:lnTo>
                  <a:lnTo>
                    <a:pt x="9394357" y="135148"/>
                  </a:lnTo>
                  <a:lnTo>
                    <a:pt x="9435597" y="157160"/>
                  </a:lnTo>
                  <a:lnTo>
                    <a:pt x="9475234" y="180587"/>
                  </a:lnTo>
                  <a:lnTo>
                    <a:pt x="9513194" y="205376"/>
                  </a:lnTo>
                  <a:lnTo>
                    <a:pt x="9549408" y="231475"/>
                  </a:lnTo>
                  <a:lnTo>
                    <a:pt x="9583803" y="258834"/>
                  </a:lnTo>
                  <a:lnTo>
                    <a:pt x="9616308" y="287400"/>
                  </a:lnTo>
                  <a:lnTo>
                    <a:pt x="9646851" y="317123"/>
                  </a:lnTo>
                  <a:lnTo>
                    <a:pt x="9675362" y="347950"/>
                  </a:lnTo>
                  <a:lnTo>
                    <a:pt x="9701768" y="379830"/>
                  </a:lnTo>
                  <a:lnTo>
                    <a:pt x="9725998" y="412713"/>
                  </a:lnTo>
                  <a:lnTo>
                    <a:pt x="9747981" y="446545"/>
                  </a:lnTo>
                  <a:lnTo>
                    <a:pt x="9767645" y="481276"/>
                  </a:lnTo>
                  <a:lnTo>
                    <a:pt x="9784920" y="516855"/>
                  </a:lnTo>
                  <a:lnTo>
                    <a:pt x="9799732" y="553229"/>
                  </a:lnTo>
                  <a:lnTo>
                    <a:pt x="9812012" y="590348"/>
                  </a:lnTo>
                  <a:lnTo>
                    <a:pt x="9821687" y="628159"/>
                  </a:lnTo>
                  <a:lnTo>
                    <a:pt x="9828686" y="666612"/>
                  </a:lnTo>
                  <a:lnTo>
                    <a:pt x="9832938" y="705655"/>
                  </a:lnTo>
                  <a:lnTo>
                    <a:pt x="9834371" y="745235"/>
                  </a:lnTo>
                  <a:lnTo>
                    <a:pt x="9832938" y="784816"/>
                  </a:lnTo>
                  <a:lnTo>
                    <a:pt x="9828686" y="823859"/>
                  </a:lnTo>
                  <a:lnTo>
                    <a:pt x="9821687" y="862312"/>
                  </a:lnTo>
                  <a:lnTo>
                    <a:pt x="9812012" y="900123"/>
                  </a:lnTo>
                  <a:lnTo>
                    <a:pt x="9799732" y="937242"/>
                  </a:lnTo>
                  <a:lnTo>
                    <a:pt x="9784920" y="973616"/>
                  </a:lnTo>
                  <a:lnTo>
                    <a:pt x="9767645" y="1009195"/>
                  </a:lnTo>
                  <a:lnTo>
                    <a:pt x="9747981" y="1043926"/>
                  </a:lnTo>
                  <a:lnTo>
                    <a:pt x="9725998" y="1077758"/>
                  </a:lnTo>
                  <a:lnTo>
                    <a:pt x="9701768" y="1110641"/>
                  </a:lnTo>
                  <a:lnTo>
                    <a:pt x="9675362" y="1142521"/>
                  </a:lnTo>
                  <a:lnTo>
                    <a:pt x="9646851" y="1173348"/>
                  </a:lnTo>
                  <a:lnTo>
                    <a:pt x="9616308" y="1203071"/>
                  </a:lnTo>
                  <a:lnTo>
                    <a:pt x="9583803" y="1231637"/>
                  </a:lnTo>
                  <a:lnTo>
                    <a:pt x="9549408" y="1258996"/>
                  </a:lnTo>
                  <a:lnTo>
                    <a:pt x="9513194" y="1285095"/>
                  </a:lnTo>
                  <a:lnTo>
                    <a:pt x="9475234" y="1309884"/>
                  </a:lnTo>
                  <a:lnTo>
                    <a:pt x="9435597" y="1333311"/>
                  </a:lnTo>
                  <a:lnTo>
                    <a:pt x="9394357" y="1355323"/>
                  </a:lnTo>
                  <a:lnTo>
                    <a:pt x="9351583" y="1375871"/>
                  </a:lnTo>
                  <a:lnTo>
                    <a:pt x="9307348" y="1394902"/>
                  </a:lnTo>
                  <a:lnTo>
                    <a:pt x="9261723" y="1412365"/>
                  </a:lnTo>
                  <a:lnTo>
                    <a:pt x="9214780" y="1428209"/>
                  </a:lnTo>
                  <a:lnTo>
                    <a:pt x="9166589" y="1442381"/>
                  </a:lnTo>
                  <a:lnTo>
                    <a:pt x="9117223" y="1454831"/>
                  </a:lnTo>
                  <a:lnTo>
                    <a:pt x="9066752" y="1465507"/>
                  </a:lnTo>
                  <a:lnTo>
                    <a:pt x="9015249" y="1474357"/>
                  </a:lnTo>
                  <a:lnTo>
                    <a:pt x="8962785" y="1481330"/>
                  </a:lnTo>
                  <a:lnTo>
                    <a:pt x="8909430" y="1486374"/>
                  </a:lnTo>
                  <a:lnTo>
                    <a:pt x="8855257" y="1489439"/>
                  </a:lnTo>
                  <a:lnTo>
                    <a:pt x="8800338" y="1490471"/>
                  </a:lnTo>
                  <a:lnTo>
                    <a:pt x="8745418" y="1489439"/>
                  </a:lnTo>
                  <a:lnTo>
                    <a:pt x="8691245" y="1486374"/>
                  </a:lnTo>
                  <a:lnTo>
                    <a:pt x="8637890" y="1481330"/>
                  </a:lnTo>
                  <a:lnTo>
                    <a:pt x="8585426" y="1474357"/>
                  </a:lnTo>
                  <a:lnTo>
                    <a:pt x="8533923" y="1465507"/>
                  </a:lnTo>
                  <a:lnTo>
                    <a:pt x="8483452" y="1454831"/>
                  </a:lnTo>
                  <a:lnTo>
                    <a:pt x="8434086" y="1442381"/>
                  </a:lnTo>
                  <a:lnTo>
                    <a:pt x="8385895" y="1428209"/>
                  </a:lnTo>
                  <a:lnTo>
                    <a:pt x="8338952" y="1412365"/>
                  </a:lnTo>
                  <a:lnTo>
                    <a:pt x="8293327" y="1394902"/>
                  </a:lnTo>
                  <a:lnTo>
                    <a:pt x="8249092" y="1375871"/>
                  </a:lnTo>
                  <a:lnTo>
                    <a:pt x="8206318" y="1355323"/>
                  </a:lnTo>
                  <a:lnTo>
                    <a:pt x="8165078" y="1333311"/>
                  </a:lnTo>
                  <a:lnTo>
                    <a:pt x="8125441" y="1309884"/>
                  </a:lnTo>
                  <a:lnTo>
                    <a:pt x="8087481" y="1285095"/>
                  </a:lnTo>
                  <a:lnTo>
                    <a:pt x="8051267" y="1258996"/>
                  </a:lnTo>
                  <a:lnTo>
                    <a:pt x="8016872" y="1231637"/>
                  </a:lnTo>
                  <a:lnTo>
                    <a:pt x="7984367" y="1203071"/>
                  </a:lnTo>
                  <a:lnTo>
                    <a:pt x="7953824" y="1173348"/>
                  </a:lnTo>
                  <a:lnTo>
                    <a:pt x="7925313" y="1142521"/>
                  </a:lnTo>
                  <a:lnTo>
                    <a:pt x="7898907" y="1110641"/>
                  </a:lnTo>
                  <a:lnTo>
                    <a:pt x="7874677" y="1077758"/>
                  </a:lnTo>
                  <a:lnTo>
                    <a:pt x="7852694" y="1043926"/>
                  </a:lnTo>
                  <a:lnTo>
                    <a:pt x="7833030" y="1009195"/>
                  </a:lnTo>
                  <a:lnTo>
                    <a:pt x="7815755" y="973616"/>
                  </a:lnTo>
                  <a:lnTo>
                    <a:pt x="7800943" y="937242"/>
                  </a:lnTo>
                  <a:lnTo>
                    <a:pt x="7788663" y="900123"/>
                  </a:lnTo>
                  <a:lnTo>
                    <a:pt x="7778988" y="862312"/>
                  </a:lnTo>
                  <a:lnTo>
                    <a:pt x="7771989" y="823859"/>
                  </a:lnTo>
                  <a:lnTo>
                    <a:pt x="7767737" y="784816"/>
                  </a:lnTo>
                  <a:lnTo>
                    <a:pt x="7766304" y="745235"/>
                  </a:lnTo>
                  <a:close/>
                </a:path>
              </a:pathLst>
            </a:custGeom>
            <a:ln w="38100">
              <a:solidFill>
                <a:srgbClr val="00AF5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Text 1"/>
          <p:cNvSpPr/>
          <p:nvPr/>
        </p:nvSpPr>
        <p:spPr>
          <a:xfrm>
            <a:off x="222250" y="1075055"/>
            <a:ext cx="599630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Pick and Place Automation 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Topview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endParaRPr lang="en-US" sz="2500" dirty="0"/>
          </a:p>
        </p:txBody>
      </p:sp>
      <p:sp>
        <p:nvSpPr>
          <p:cNvPr id="14" name="object 12"/>
          <p:cNvSpPr txBox="1"/>
          <p:nvPr/>
        </p:nvSpPr>
        <p:spPr>
          <a:xfrm>
            <a:off x="5188458" y="1610105"/>
            <a:ext cx="102996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36400</a:t>
            </a:r>
            <a:r>
              <a:rPr sz="1800" b="1" spc="-6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mm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" name="object 14"/>
          <p:cNvSpPr txBox="1"/>
          <p:nvPr/>
        </p:nvSpPr>
        <p:spPr>
          <a:xfrm>
            <a:off x="712470" y="5072380"/>
            <a:ext cx="8669020" cy="414655"/>
          </a:xfrm>
          <a:prstGeom prst="rect">
            <a:avLst/>
          </a:prstGeom>
        </p:spPr>
        <p:txBody>
          <a:bodyPr vert="horz" wrap="square" lIns="0" tIns="1270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Phase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Encircled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with</a:t>
            </a:r>
            <a:r>
              <a:rPr lang="en-IN" sz="1800" b="1" spc="-20" dirty="0">
                <a:latin typeface="Calibri" panose="020F0502020204030204"/>
                <a:cs typeface="Calibri" panose="020F0502020204030204"/>
              </a:rPr>
              <a:t>                       </a:t>
            </a:r>
            <a:endParaRPr lang="en-IN" sz="1800" b="1" spc="-2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" name="object 16"/>
          <p:cNvSpPr txBox="1"/>
          <p:nvPr/>
        </p:nvSpPr>
        <p:spPr>
          <a:xfrm>
            <a:off x="712723" y="5635549"/>
            <a:ext cx="2268855" cy="28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Phase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Encircled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with</a:t>
            </a:r>
            <a:endParaRPr sz="1800" b="1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7"/>
          <p:cNvSpPr/>
          <p:nvPr/>
        </p:nvSpPr>
        <p:spPr>
          <a:xfrm>
            <a:off x="3018282" y="5086350"/>
            <a:ext cx="897890" cy="414655"/>
          </a:xfrm>
          <a:custGeom>
            <a:avLst/>
            <a:gdLst/>
            <a:ahLst/>
            <a:cxnLst/>
            <a:rect l="l" t="t" r="r" b="b"/>
            <a:pathLst>
              <a:path w="897889" h="414654">
                <a:moveTo>
                  <a:pt x="0" y="207263"/>
                </a:moveTo>
                <a:lnTo>
                  <a:pt x="19000" y="147418"/>
                </a:lnTo>
                <a:lnTo>
                  <a:pt x="72300" y="94425"/>
                </a:lnTo>
                <a:lnTo>
                  <a:pt x="110077" y="71300"/>
                </a:lnTo>
                <a:lnTo>
                  <a:pt x="154348" y="50852"/>
                </a:lnTo>
                <a:lnTo>
                  <a:pt x="204419" y="33402"/>
                </a:lnTo>
                <a:lnTo>
                  <a:pt x="259595" y="19270"/>
                </a:lnTo>
                <a:lnTo>
                  <a:pt x="319182" y="8778"/>
                </a:lnTo>
                <a:lnTo>
                  <a:pt x="382488" y="2248"/>
                </a:lnTo>
                <a:lnTo>
                  <a:pt x="448818" y="0"/>
                </a:lnTo>
                <a:lnTo>
                  <a:pt x="515147" y="2248"/>
                </a:lnTo>
                <a:lnTo>
                  <a:pt x="578453" y="8778"/>
                </a:lnTo>
                <a:lnTo>
                  <a:pt x="638040" y="19270"/>
                </a:lnTo>
                <a:lnTo>
                  <a:pt x="693216" y="33402"/>
                </a:lnTo>
                <a:lnTo>
                  <a:pt x="743287" y="50852"/>
                </a:lnTo>
                <a:lnTo>
                  <a:pt x="787558" y="71300"/>
                </a:lnTo>
                <a:lnTo>
                  <a:pt x="825335" y="94425"/>
                </a:lnTo>
                <a:lnTo>
                  <a:pt x="855926" y="119904"/>
                </a:lnTo>
                <a:lnTo>
                  <a:pt x="892770" y="176645"/>
                </a:lnTo>
                <a:lnTo>
                  <a:pt x="897635" y="207263"/>
                </a:lnTo>
                <a:lnTo>
                  <a:pt x="892770" y="237882"/>
                </a:lnTo>
                <a:lnTo>
                  <a:pt x="855926" y="294623"/>
                </a:lnTo>
                <a:lnTo>
                  <a:pt x="825335" y="320102"/>
                </a:lnTo>
                <a:lnTo>
                  <a:pt x="787558" y="343227"/>
                </a:lnTo>
                <a:lnTo>
                  <a:pt x="743287" y="363675"/>
                </a:lnTo>
                <a:lnTo>
                  <a:pt x="693216" y="381125"/>
                </a:lnTo>
                <a:lnTo>
                  <a:pt x="638040" y="395257"/>
                </a:lnTo>
                <a:lnTo>
                  <a:pt x="578453" y="405749"/>
                </a:lnTo>
                <a:lnTo>
                  <a:pt x="515147" y="412279"/>
                </a:lnTo>
                <a:lnTo>
                  <a:pt x="448818" y="414528"/>
                </a:lnTo>
                <a:lnTo>
                  <a:pt x="382488" y="412279"/>
                </a:lnTo>
                <a:lnTo>
                  <a:pt x="319182" y="405749"/>
                </a:lnTo>
                <a:lnTo>
                  <a:pt x="259595" y="395257"/>
                </a:lnTo>
                <a:lnTo>
                  <a:pt x="204419" y="381125"/>
                </a:lnTo>
                <a:lnTo>
                  <a:pt x="154348" y="363675"/>
                </a:lnTo>
                <a:lnTo>
                  <a:pt x="110077" y="343227"/>
                </a:lnTo>
                <a:lnTo>
                  <a:pt x="72300" y="320102"/>
                </a:lnTo>
                <a:lnTo>
                  <a:pt x="41709" y="294623"/>
                </a:lnTo>
                <a:lnTo>
                  <a:pt x="4865" y="237882"/>
                </a:lnTo>
                <a:lnTo>
                  <a:pt x="0" y="207263"/>
                </a:lnTo>
                <a:close/>
              </a:path>
            </a:pathLst>
          </a:custGeom>
          <a:ln w="38100">
            <a:solidFill>
              <a:srgbClr val="00AF5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9" name="object 18"/>
          <p:cNvSpPr/>
          <p:nvPr/>
        </p:nvSpPr>
        <p:spPr>
          <a:xfrm>
            <a:off x="3054857" y="5619750"/>
            <a:ext cx="897890" cy="414655"/>
          </a:xfrm>
          <a:custGeom>
            <a:avLst/>
            <a:gdLst/>
            <a:ahLst/>
            <a:cxnLst/>
            <a:rect l="l" t="t" r="r" b="b"/>
            <a:pathLst>
              <a:path w="897889" h="414654">
                <a:moveTo>
                  <a:pt x="0" y="207263"/>
                </a:moveTo>
                <a:lnTo>
                  <a:pt x="19000" y="147404"/>
                </a:lnTo>
                <a:lnTo>
                  <a:pt x="72300" y="94408"/>
                </a:lnTo>
                <a:lnTo>
                  <a:pt x="110077" y="71285"/>
                </a:lnTo>
                <a:lnTo>
                  <a:pt x="154348" y="50839"/>
                </a:lnTo>
                <a:lnTo>
                  <a:pt x="204419" y="33392"/>
                </a:lnTo>
                <a:lnTo>
                  <a:pt x="259595" y="19264"/>
                </a:lnTo>
                <a:lnTo>
                  <a:pt x="319182" y="8775"/>
                </a:lnTo>
                <a:lnTo>
                  <a:pt x="382488" y="2247"/>
                </a:lnTo>
                <a:lnTo>
                  <a:pt x="448818" y="0"/>
                </a:lnTo>
                <a:lnTo>
                  <a:pt x="515147" y="2247"/>
                </a:lnTo>
                <a:lnTo>
                  <a:pt x="578453" y="8775"/>
                </a:lnTo>
                <a:lnTo>
                  <a:pt x="638040" y="19264"/>
                </a:lnTo>
                <a:lnTo>
                  <a:pt x="693216" y="33392"/>
                </a:lnTo>
                <a:lnTo>
                  <a:pt x="743287" y="50839"/>
                </a:lnTo>
                <a:lnTo>
                  <a:pt x="787558" y="71285"/>
                </a:lnTo>
                <a:lnTo>
                  <a:pt x="825335" y="94408"/>
                </a:lnTo>
                <a:lnTo>
                  <a:pt x="855926" y="119888"/>
                </a:lnTo>
                <a:lnTo>
                  <a:pt x="892770" y="176636"/>
                </a:lnTo>
                <a:lnTo>
                  <a:pt x="897636" y="207263"/>
                </a:lnTo>
                <a:lnTo>
                  <a:pt x="892770" y="237891"/>
                </a:lnTo>
                <a:lnTo>
                  <a:pt x="855926" y="294639"/>
                </a:lnTo>
                <a:lnTo>
                  <a:pt x="825335" y="320119"/>
                </a:lnTo>
                <a:lnTo>
                  <a:pt x="787558" y="343242"/>
                </a:lnTo>
                <a:lnTo>
                  <a:pt x="743287" y="363688"/>
                </a:lnTo>
                <a:lnTo>
                  <a:pt x="693216" y="381135"/>
                </a:lnTo>
                <a:lnTo>
                  <a:pt x="638040" y="395263"/>
                </a:lnTo>
                <a:lnTo>
                  <a:pt x="578453" y="405752"/>
                </a:lnTo>
                <a:lnTo>
                  <a:pt x="515147" y="412280"/>
                </a:lnTo>
                <a:lnTo>
                  <a:pt x="448818" y="414528"/>
                </a:lnTo>
                <a:lnTo>
                  <a:pt x="382488" y="412280"/>
                </a:lnTo>
                <a:lnTo>
                  <a:pt x="319182" y="405752"/>
                </a:lnTo>
                <a:lnTo>
                  <a:pt x="259595" y="395263"/>
                </a:lnTo>
                <a:lnTo>
                  <a:pt x="204419" y="381135"/>
                </a:lnTo>
                <a:lnTo>
                  <a:pt x="154348" y="363688"/>
                </a:lnTo>
                <a:lnTo>
                  <a:pt x="110077" y="343242"/>
                </a:lnTo>
                <a:lnTo>
                  <a:pt x="72300" y="320119"/>
                </a:lnTo>
                <a:lnTo>
                  <a:pt x="41709" y="294639"/>
                </a:lnTo>
                <a:lnTo>
                  <a:pt x="4865" y="237891"/>
                </a:lnTo>
                <a:lnTo>
                  <a:pt x="0" y="207263"/>
                </a:lnTo>
                <a:close/>
              </a:path>
            </a:pathLst>
          </a:custGeom>
          <a:ln w="38100">
            <a:solidFill>
              <a:srgbClr val="6F2F9F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STELLANTIS LINE 1 - PHASE 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222250" y="808355"/>
            <a:ext cx="8299450" cy="69024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l"/>
            <a:r>
              <a:rPr lang="en-IN" sz="4000" b="1" spc="-45" dirty="0">
                <a:solidFill>
                  <a:srgbClr val="002060"/>
                </a:solidFill>
                <a:latin typeface="+mn-lt"/>
              </a:rPr>
              <a:t>1 Phase Layout</a:t>
            </a:r>
            <a:r>
              <a:rPr lang="en-IN" sz="4000" b="1" spc="-204" dirty="0">
                <a:solidFill>
                  <a:srgbClr val="002060"/>
                </a:solidFill>
                <a:latin typeface="+mn-lt"/>
              </a:rPr>
              <a:t> </a:t>
            </a:r>
            <a:r>
              <a:rPr lang="en-IN" sz="4000" b="1" spc="-10" dirty="0">
                <a:solidFill>
                  <a:srgbClr val="002060"/>
                </a:solidFill>
                <a:latin typeface="+mn-lt"/>
              </a:rPr>
              <a:t>Details</a:t>
            </a:r>
            <a:endParaRPr lang="en-US" sz="4000" b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10" name="AutoShape 2" descr="UR12e image"/>
          <p:cNvSpPr>
            <a:spLocks noChangeAspect="1" noChangeArrowheads="1"/>
          </p:cNvSpPr>
          <p:nvPr/>
        </p:nvSpPr>
        <p:spPr bwMode="auto">
          <a:xfrm>
            <a:off x="3657600" y="3583305"/>
            <a:ext cx="2590800" cy="2468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sp>
        <p:nvSpPr>
          <p:cNvPr id="11" name="TextBox 6"/>
          <p:cNvSpPr txBox="1"/>
          <p:nvPr/>
        </p:nvSpPr>
        <p:spPr>
          <a:xfrm>
            <a:off x="6819265" y="1809750"/>
            <a:ext cx="184785" cy="35242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endParaRPr lang="en-IN" dirty="0"/>
          </a:p>
        </p:txBody>
      </p:sp>
      <p:sp>
        <p:nvSpPr>
          <p:cNvPr id="18" name="TextBox 17"/>
          <p:cNvSpPr txBox="1"/>
          <p:nvPr/>
        </p:nvSpPr>
        <p:spPr>
          <a:xfrm>
            <a:off x="5257800" y="1333500"/>
            <a:ext cx="704088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</a:rPr>
              <a:t>ULTRASONIC &amp; INSPECTION MACHINE </a:t>
            </a:r>
            <a:r>
              <a:rPr lang="en-IN" sz="2400" b="1" dirty="0">
                <a:solidFill>
                  <a:srgbClr val="002060"/>
                </a:solidFill>
              </a:rPr>
              <a:t>OPERATION</a:t>
            </a:r>
            <a:endParaRPr lang="en-IN" sz="2400" b="1" dirty="0">
              <a:solidFill>
                <a:srgbClr val="002060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810" y="1793875"/>
            <a:ext cx="9389745" cy="44780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49960" y="3288665"/>
            <a:ext cx="462407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</a:rPr>
              <a:t>O</a:t>
            </a:r>
            <a:r>
              <a:rPr lang="en-IN" sz="2400" b="1" dirty="0">
                <a:solidFill>
                  <a:srgbClr val="002060"/>
                </a:solidFill>
              </a:rPr>
              <a:t>P10 MACHINE OPERATION</a:t>
            </a:r>
            <a:endParaRPr lang="en-IN" sz="2400" b="1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47" y="1376351"/>
            <a:ext cx="5426947" cy="37379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0730" y="1376045"/>
            <a:ext cx="5739130" cy="3737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585" y="5279390"/>
            <a:ext cx="462407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</a:rPr>
              <a:t>O</a:t>
            </a:r>
            <a:r>
              <a:rPr lang="en-IN" sz="2400" b="1" dirty="0">
                <a:solidFill>
                  <a:srgbClr val="002060"/>
                </a:solidFill>
              </a:rPr>
              <a:t>P10 INPUT TRAY</a:t>
            </a:r>
            <a:endParaRPr lang="en-IN" sz="2400" b="1" dirty="0">
              <a:solidFill>
                <a:srgbClr val="002060"/>
              </a:solidFill>
            </a:endParaRPr>
          </a:p>
        </p:txBody>
      </p:sp>
      <p:sp>
        <p:nvSpPr>
          <p:cNvPr id="8" name="TextBox 16"/>
          <p:cNvSpPr txBox="1"/>
          <p:nvPr/>
        </p:nvSpPr>
        <p:spPr>
          <a:xfrm>
            <a:off x="6165215" y="5406390"/>
            <a:ext cx="462407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</a:rPr>
              <a:t>O</a:t>
            </a:r>
            <a:r>
              <a:rPr lang="en-IN" sz="2400" b="1" dirty="0">
                <a:solidFill>
                  <a:srgbClr val="002060"/>
                </a:solidFill>
              </a:rPr>
              <a:t>P10 DUALGRIPPER</a:t>
            </a:r>
            <a:endParaRPr lang="en-IN" sz="2400" b="1" dirty="0">
              <a:solidFill>
                <a:srgbClr val="002060"/>
              </a:solidFill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STELLANTIS LINE 1 - PHASE 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pSp>
        <p:nvGrpSpPr>
          <p:cNvPr id="7" name="object 6"/>
          <p:cNvGrpSpPr/>
          <p:nvPr/>
        </p:nvGrpSpPr>
        <p:grpSpPr>
          <a:xfrm>
            <a:off x="359410" y="1648460"/>
            <a:ext cx="11499215" cy="3851910"/>
            <a:chOff x="359242" y="1290827"/>
            <a:chExt cx="11499215" cy="4209415"/>
          </a:xfrm>
        </p:grpSpPr>
        <p:pic>
          <p:nvPicPr>
            <p:cNvPr id="8" name="object 7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59242" y="1952330"/>
              <a:ext cx="5552643" cy="2050519"/>
            </a:xfrm>
            <a:prstGeom prst="rect">
              <a:avLst/>
            </a:prstGeom>
          </p:spPr>
        </p:pic>
        <p:pic>
          <p:nvPicPr>
            <p:cNvPr id="9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12180" y="1290827"/>
              <a:ext cx="5846064" cy="3954779"/>
            </a:xfrm>
            <a:prstGeom prst="rect">
              <a:avLst/>
            </a:prstGeom>
          </p:spPr>
        </p:pic>
        <p:sp>
          <p:nvSpPr>
            <p:cNvPr id="10" name="object 9"/>
            <p:cNvSpPr/>
            <p:nvPr/>
          </p:nvSpPr>
          <p:spPr>
            <a:xfrm>
              <a:off x="1592453" y="3058667"/>
              <a:ext cx="6692900" cy="2441575"/>
            </a:xfrm>
            <a:custGeom>
              <a:avLst/>
              <a:gdLst/>
              <a:ahLst/>
              <a:cxnLst/>
              <a:rect l="l" t="t" r="r" b="b"/>
              <a:pathLst>
                <a:path w="6692900" h="2441575">
                  <a:moveTo>
                    <a:pt x="1520698" y="2429129"/>
                  </a:moveTo>
                  <a:lnTo>
                    <a:pt x="1513535" y="2358898"/>
                  </a:lnTo>
                  <a:lnTo>
                    <a:pt x="1507744" y="2302002"/>
                  </a:lnTo>
                  <a:lnTo>
                    <a:pt x="1475524" y="2322436"/>
                  </a:lnTo>
                  <a:lnTo>
                    <a:pt x="32258" y="45466"/>
                  </a:lnTo>
                  <a:lnTo>
                    <a:pt x="0" y="65786"/>
                  </a:lnTo>
                  <a:lnTo>
                    <a:pt x="1443418" y="2342794"/>
                  </a:lnTo>
                  <a:lnTo>
                    <a:pt x="1411224" y="2363216"/>
                  </a:lnTo>
                  <a:lnTo>
                    <a:pt x="1520698" y="2429129"/>
                  </a:lnTo>
                  <a:close/>
                </a:path>
                <a:path w="6692900" h="2441575">
                  <a:moveTo>
                    <a:pt x="2783459" y="10668"/>
                  </a:moveTo>
                  <a:lnTo>
                    <a:pt x="2746883" y="0"/>
                  </a:lnTo>
                  <a:lnTo>
                    <a:pt x="2066213" y="2313914"/>
                  </a:lnTo>
                  <a:lnTo>
                    <a:pt x="2029587" y="2303145"/>
                  </a:lnTo>
                  <a:lnTo>
                    <a:pt x="2052193" y="2428875"/>
                  </a:lnTo>
                  <a:lnTo>
                    <a:pt x="2132330" y="2342896"/>
                  </a:lnTo>
                  <a:lnTo>
                    <a:pt x="2139315" y="2335403"/>
                  </a:lnTo>
                  <a:lnTo>
                    <a:pt x="2102764" y="2324671"/>
                  </a:lnTo>
                  <a:lnTo>
                    <a:pt x="2783459" y="10668"/>
                  </a:lnTo>
                  <a:close/>
                </a:path>
                <a:path w="6692900" h="2441575">
                  <a:moveTo>
                    <a:pt x="6692392" y="811022"/>
                  </a:moveTo>
                  <a:lnTo>
                    <a:pt x="6678676" y="775462"/>
                  </a:lnTo>
                  <a:lnTo>
                    <a:pt x="2508732" y="2370277"/>
                  </a:lnTo>
                  <a:lnTo>
                    <a:pt x="2495169" y="2334768"/>
                  </a:lnTo>
                  <a:lnTo>
                    <a:pt x="2408809" y="2428875"/>
                  </a:lnTo>
                  <a:lnTo>
                    <a:pt x="2535936" y="2441448"/>
                  </a:lnTo>
                  <a:lnTo>
                    <a:pt x="2524963" y="2412746"/>
                  </a:lnTo>
                  <a:lnTo>
                    <a:pt x="2522359" y="2405938"/>
                  </a:lnTo>
                  <a:lnTo>
                    <a:pt x="6692392" y="8110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0"/>
          <p:cNvSpPr txBox="1"/>
          <p:nvPr/>
        </p:nvSpPr>
        <p:spPr>
          <a:xfrm>
            <a:off x="1174750" y="5633720"/>
            <a:ext cx="6177915" cy="28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Spring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Loading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System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for</a:t>
            </a:r>
            <a:r>
              <a:rPr sz="1800" b="1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pushing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component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into</a:t>
            </a:r>
            <a:r>
              <a:rPr sz="1800" b="1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chuck</a:t>
            </a:r>
            <a:endParaRPr sz="1800" b="1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STELLANTIS LINE 1 - PHASE 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47" y="1959738"/>
            <a:ext cx="8403010" cy="4022941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51892" y="925801"/>
            <a:ext cx="9528048" cy="724247"/>
          </a:xfrm>
          <a:prstGeom prst="rect">
            <a:avLst/>
          </a:prstGeom>
        </p:spPr>
        <p:txBody>
          <a:bodyPr>
            <a:noAutofit/>
          </a:bodyPr>
          <a:lstStyle/>
          <a:p>
            <a:pPr algn="l"/>
            <a:r>
              <a:rPr lang="en-IN" sz="2400" b="1" dirty="0">
                <a:solidFill>
                  <a:srgbClr val="002060"/>
                </a:solidFill>
                <a:latin typeface="+mn-lt"/>
              </a:rPr>
              <a:t>Ultrasonic &amp; Inspection Scanner &amp; Oil Wash Machine</a:t>
            </a:r>
            <a:endParaRPr lang="en-US" sz="2400" b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8" name="TextBox 6"/>
          <p:cNvSpPr txBox="1"/>
          <p:nvPr/>
        </p:nvSpPr>
        <p:spPr>
          <a:xfrm>
            <a:off x="6819254" y="213135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1" name="Oval 10"/>
          <p:cNvSpPr/>
          <p:nvPr/>
        </p:nvSpPr>
        <p:spPr>
          <a:xfrm>
            <a:off x="5301930" y="2985733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IN" dirty="0"/>
          </a:p>
        </p:txBody>
      </p:sp>
      <p:sp>
        <p:nvSpPr>
          <p:cNvPr id="12" name="Oval 11"/>
          <p:cNvSpPr/>
          <p:nvPr/>
        </p:nvSpPr>
        <p:spPr>
          <a:xfrm>
            <a:off x="4468344" y="3794003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IN" dirty="0"/>
          </a:p>
        </p:txBody>
      </p:sp>
      <p:sp>
        <p:nvSpPr>
          <p:cNvPr id="13" name="Oval 12"/>
          <p:cNvSpPr/>
          <p:nvPr/>
        </p:nvSpPr>
        <p:spPr>
          <a:xfrm>
            <a:off x="2189012" y="2785678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IN" dirty="0"/>
          </a:p>
        </p:txBody>
      </p:sp>
      <p:sp>
        <p:nvSpPr>
          <p:cNvPr id="42" name="Oval 41"/>
          <p:cNvSpPr/>
          <p:nvPr/>
        </p:nvSpPr>
        <p:spPr>
          <a:xfrm>
            <a:off x="8632394" y="2788904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en-IN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221108" y="4805773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002060"/>
                </a:solidFill>
              </a:rPr>
              <a:t>Oil Wash Unit</a:t>
            </a:r>
            <a:endParaRPr lang="en-IN" sz="2000" b="1" dirty="0">
              <a:solidFill>
                <a:srgbClr val="002060"/>
              </a:solidFill>
            </a:endParaRPr>
          </a:p>
        </p:txBody>
      </p:sp>
      <p:sp>
        <p:nvSpPr>
          <p:cNvPr id="44" name="Oval 43"/>
          <p:cNvSpPr/>
          <p:nvPr/>
        </p:nvSpPr>
        <p:spPr>
          <a:xfrm>
            <a:off x="8632394" y="3435769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IN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5" name="Oval 44"/>
          <p:cNvSpPr/>
          <p:nvPr/>
        </p:nvSpPr>
        <p:spPr>
          <a:xfrm>
            <a:off x="8632394" y="4106119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en-IN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6" name="Oval 45"/>
          <p:cNvSpPr/>
          <p:nvPr/>
        </p:nvSpPr>
        <p:spPr>
          <a:xfrm>
            <a:off x="8667658" y="4776469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en-IN" sz="20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203444" y="3456875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</a:rPr>
              <a:t>U</a:t>
            </a:r>
            <a:r>
              <a:rPr lang="en-IN" sz="2000" b="1" dirty="0">
                <a:solidFill>
                  <a:srgbClr val="002060"/>
                </a:solidFill>
              </a:rPr>
              <a:t>R 12e</a:t>
            </a:r>
            <a:endParaRPr lang="en-IN" sz="2000" b="1" dirty="0">
              <a:solidFill>
                <a:srgbClr val="00206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218683" y="4127225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</a:rPr>
              <a:t>Inspection Scanner Unit</a:t>
            </a:r>
            <a:endParaRPr lang="en-IN" sz="2000" b="1" dirty="0">
              <a:solidFill>
                <a:srgbClr val="002060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6893372" y="3353726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IN" dirty="0"/>
          </a:p>
        </p:txBody>
      </p:sp>
      <p:sp>
        <p:nvSpPr>
          <p:cNvPr id="31" name="TextBox 30"/>
          <p:cNvSpPr txBox="1"/>
          <p:nvPr/>
        </p:nvSpPr>
        <p:spPr>
          <a:xfrm>
            <a:off x="9204618" y="2806847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002060"/>
                </a:solidFill>
              </a:rPr>
              <a:t>Ultrasonic Wash</a:t>
            </a:r>
            <a:endParaRPr lang="en-IN" sz="2000" b="1" dirty="0">
              <a:solidFill>
                <a:srgbClr val="002060"/>
              </a:solidFill>
            </a:endParaRPr>
          </a:p>
        </p:txBody>
      </p:sp>
      <p:sp>
        <p:nvSpPr>
          <p:cNvPr id="9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STELLANTIS LINE 1 - PHASE 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635" y="603885"/>
          <a:ext cx="12191365" cy="5497830"/>
        </p:xfrm>
        <a:graphic>
          <a:graphicData uri="http://schemas.openxmlformats.org/drawingml/2006/table">
            <a:tbl>
              <a:tblPr/>
              <a:tblGrid>
                <a:gridCol w="683895"/>
                <a:gridCol w="2465705"/>
                <a:gridCol w="1232535"/>
                <a:gridCol w="960755"/>
                <a:gridCol w="957580"/>
                <a:gridCol w="960120"/>
                <a:gridCol w="958850"/>
                <a:gridCol w="822325"/>
                <a:gridCol w="821055"/>
                <a:gridCol w="822325"/>
                <a:gridCol w="1506220"/>
              </a:tblGrid>
              <a:tr h="144145">
                <a:tc gridSpan="11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PROJECT SCHEDULE – STELLANTIS ROBOTIC LINE PROJECT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Task ID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Task Description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Team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grid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Status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% Complete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Weightage</a:t>
                      </a:r>
                      <a:b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(Plan)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 rowSpan="2"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Vendor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0"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1F3864"/>
                          </a:solidFill>
                          <a:latin typeface="Arial" panose="020B0604020202020204"/>
                          <a:ea typeface="Arial" panose="020B0604020202020204"/>
                        </a:rPr>
                        <a:t>Start</a:t>
                      </a:r>
                      <a:endParaRPr sz="800" b="1" i="0">
                        <a:solidFill>
                          <a:srgbClr val="1F3864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1F3864"/>
                          </a:solidFill>
                          <a:latin typeface="Arial" panose="020B0604020202020204"/>
                          <a:ea typeface="Arial" panose="020B0604020202020204"/>
                        </a:rPr>
                        <a:t>Finish</a:t>
                      </a:r>
                      <a:endParaRPr sz="800" b="1" i="0">
                        <a:solidFill>
                          <a:srgbClr val="1F3864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1F3864"/>
                          </a:solidFill>
                          <a:latin typeface="Arial" panose="020B0604020202020204"/>
                          <a:ea typeface="Arial" panose="020B0604020202020204"/>
                        </a:rPr>
                        <a:t>Start</a:t>
                      </a:r>
                      <a:endParaRPr sz="800" b="1" i="0">
                        <a:solidFill>
                          <a:srgbClr val="1F3864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1" i="0">
                          <a:solidFill>
                            <a:srgbClr val="1F3864"/>
                          </a:solidFill>
                          <a:latin typeface="Arial" panose="020B0604020202020204"/>
                          <a:ea typeface="Arial" panose="020B0604020202020204"/>
                        </a:rPr>
                        <a:t>Finish</a:t>
                      </a:r>
                      <a:endParaRPr sz="800" b="1" i="0">
                        <a:solidFill>
                          <a:srgbClr val="1F3864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INITIATION &amp; FEASIBILITY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120015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Requirement date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Management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30/06/2025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30/06/2025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30/06/2025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30/06/2025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Robonetic, MELSS, Effica Automation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Requirement Input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Initial Feasibility Study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06/07/2025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09/07/2025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07/07/2025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Concept Discussion with Plant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17/07/2025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18/07/2025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Layout Preparation (Initial)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19/07/2025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22/07/2025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23/07/2025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Cycle Time Study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22/07/2025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23/07/2025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26/07/2025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ST-T7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Budgetary Estimation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30/07/2025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09/08/2025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VENDOR SELECTION &amp; RFQ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ST-T8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Approval for RFQ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ST-T9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RFQ Preparation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08/08/2025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14/08/2025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ST-T10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Pre-Qualification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09/08/2025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29/08/2025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NDA Signing with Vendors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RFQ Submission to Vendors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Technical Discussion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29/08/2025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Technical Clarification Meeting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Site Evaluation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EVALUATION &amp; APPROVAL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Offer Evaluation (Tech + Cost)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28/09/2025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18/10/2025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ST-T17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Technical Compliance Review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30/09/2025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01/10/2025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ST-T18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Risk Assessment with Vendor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06/12/2025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ST-T19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Commercial Negotiation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07/10/2025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10/12/2025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05/01/2026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ST-T20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Techno-Commercial Comparison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08/10/2025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21/01/2026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30/01/2026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Finalization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Management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18/10/2025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Management Approval for Vendor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Management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22/10/2025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30/10/2025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16/02/2026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Scope Freeze &amp; Sign-off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Management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18/02/2026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19/02/2026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PROCUREMENT &amp; PO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Project Plan Review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07/11/2025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21/02/2026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Quality Plan Approval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19/11/2025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28/02/2026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 Release from Plant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06/12/2025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10/12/2025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01/03/2026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ST-T27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PO Release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Purchase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21/03/2026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21/03/2026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Robonetic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ST-T28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from Supplier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Purchase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DESIGN &amp; ENGINEERING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ST-T29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Design Kick-off Meeting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31/03/2026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31/03/2026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01/04/2026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</a:t>
                      </a:r>
                      <a:endParaRPr sz="800" b="0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ST-T30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Design Approval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04-04-2026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80%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Gripper Design Approval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Conveyor Automation Design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04-04-2026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Layout Confirmation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Design Approval from Customer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MANUFACTURING &amp; FABRICATION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Cobot Delivery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Purchase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17/03/2026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Robonetic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(General)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ST-T37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Gripper Fabrication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ST-T38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Pedestal Fabrication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CONVEYOR SYSTEMS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ST-T39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Conveyor (General)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ST-T40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Belt Conveyor for OP 10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ST-T41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Edge Belt Conveyor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ST-T42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 &amp; Down Actuator with Conveyor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Oil Washing Motorised Conveyor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ELECTRICAL &amp; CONTROLS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Electrical (General)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Controls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Siemens PLC &amp; HMI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Controls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30/03/2026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 Panel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Controls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ST-T47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 Panel Assembly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Controls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20/04/2026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 gridSpan="11">
                  <a:txBody>
                    <a:bodyPr/>
                    <a:p>
                      <a:pPr algn="l" font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FAT, DISPATCH &amp; SITE</a:t>
                      </a:r>
                      <a:endParaRPr sz="8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ST-T48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FAT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Project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25/05/2026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05/06/2026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ST-T49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Dispatch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Dispatch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07/06/2026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10/06/2026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ST-T50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Installation &amp; Commissioning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Controls Team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13/06/2026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30/06/2026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8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8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MACHINE READINESS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SCHEDULE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No of manpower reduce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BOM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ROI CALCULATION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1560830" y="982345"/>
            <a:ext cx="8961120" cy="4194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3" name="HBg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4" name="HBg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5" name="HBg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6" name="HT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Parameter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7" name="HT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Calculation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8" name="HT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Value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9" name="RBg0_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0" name="RBg0_1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1" name="RBg0_2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2" name="P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Machines Automated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3" name="C0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14" name="V0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5" name="RBg1_0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6" name="RBg1_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p>
            <a:endParaRPr lang="en-GB" altLang="en-US" sz="1000"/>
          </a:p>
        </p:txBody>
      </p:sp>
      <p:sp>
        <p:nvSpPr>
          <p:cNvPr id="217" name="RBg1_2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8" name="P1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Cobots Used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9" name="C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0" name="V1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4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1" name="RBg2_0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2" name="RBg2_1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3" name="RBg2_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4" name="P2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per Shift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5" name="C2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6" name="V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7" name="RBg3_0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8" name="RBg3_1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9" name="RBg3_2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0" name="P3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Shifts per Day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1" name="C3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2" name="V3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3" name="RBg4_0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4" name="RBg4_1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5" name="RBg4_2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6" name="P4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Operators / Day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7" name="C4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10 × 3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8" name="V4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9" name="RBg5_0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0" name="RBg5_1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1" name="RBg5_2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2" name="P5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Salary per Operator per Month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3" name="C5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44" name="V5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22,000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5" name="RBg6_0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6" name="RBg6_1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7" name="RBg6_2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8" name="P6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Monthly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9" name="C6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0" name="V6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6,60,000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1" name="RBg7_0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2" name="RBg7_1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3" name="RBg7_2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4" name="P7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Annual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55" name="C7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6,60,000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6" name="V7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79,20,000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7" name="RBg8_0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8" name="RBg8_1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9" name="RBg8_2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0" name="P8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1" name="C8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2" name="V8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3" name="RBg9_0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4" name="RBg9_1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5" name="RBg9_2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6" name="P9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Monthly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7" name="C9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4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8" name="V9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88,000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9" name="RBg10_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0" name="RBg10_1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1" name="RBg10_2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2" name="P1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3" name="C10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88,000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74" name="V10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10,56,000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5" name="RBg11_0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6" name="RBg11_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7" name="RBg11_2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8" name="P11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Savings Due to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9" name="C1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79,20,000 - 10,56,000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0" name="V11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68,64,000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1" name="RBg12_0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2" name="RBg12_1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3" name="RBg12_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4" name="P12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Automation Project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85" name="C12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6" name="V1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1,46,19,000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7" name="RBg13_0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8" name="RBg13_1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9" name="RBg13_2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0" name="P13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(Years)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1" name="C13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₹ 1,46,19,000 ÷ ₹ 68,64,000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2" name="V13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2.1 Years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3" name="RBg14_0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4" name="RBg14_1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5" name="RBg14_2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6" name="P14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(Months)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7" name="C14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2.1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8" name="V14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25 Months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9" name="RBg15_0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0" name="RBg15_1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1" name="RBg15_2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2" name="P15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 Reduction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3" name="C15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30 - 4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04" name="V15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26 Operators Reduced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5" name="RBg16_0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6" name="RBg16_1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7" name="RBg16_2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8" name="P16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Savings After 5 Years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9" name="C16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(₹ 68,64,000 × 5) - ₹ 1,46,19,000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10" name="V16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1,97,01,000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PO DETAILS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80645" y="908685"/>
          <a:ext cx="11880215" cy="4544695"/>
        </p:xfrm>
        <a:graphic>
          <a:graphicData uri="http://schemas.openxmlformats.org/drawingml/2006/table">
            <a:tbl>
              <a:tblPr/>
              <a:tblGrid>
                <a:gridCol w="522605"/>
                <a:gridCol w="1044575"/>
                <a:gridCol w="913130"/>
                <a:gridCol w="2480945"/>
                <a:gridCol w="1043940"/>
                <a:gridCol w="1305560"/>
                <a:gridCol w="1305560"/>
                <a:gridCol w="1306195"/>
                <a:gridCol w="1043940"/>
                <a:gridCol w="913765"/>
              </a:tblGrid>
              <a:tr h="904875">
                <a:tc gridSpan="10"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INVOICING PLAN – STELLANTIS ROBOTIC LINE PROJECT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06780"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PO Value (₹)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%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 Payment Description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Amount (₹)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Invoice Date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Invoice Date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Invoice No.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Status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Remark</a:t>
                      </a:r>
                      <a:endParaRPr sz="14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30%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to Supplier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Mar-2026 (PO date)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Paid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paid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3575"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65%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Delivery at Site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Jun-2026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5%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Installation &amp; Commissioning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Jul-2026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4845">
                <a:tc>
                  <a:txBody>
                    <a:bodyPr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4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E894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E894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IN" altLang="en-US" sz="9000" b="1" dirty="0">
              <a:solidFill>
                <a:srgbClr val="E8943A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  <p:sp>
        <p:nvSpPr>
          <p:cNvPr id="3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E8943A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Parking Lock RAD Line</a:t>
            </a:r>
            <a:endParaRPr lang="en-US" sz="3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BMW RAD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8" name="object 5"/>
          <p:cNvSpPr txBox="1"/>
          <p:nvPr/>
        </p:nvSpPr>
        <p:spPr>
          <a:xfrm>
            <a:off x="261924" y="4882133"/>
            <a:ext cx="797115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Machines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Used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&amp;</a:t>
            </a:r>
            <a:r>
              <a:rPr sz="1800" b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Processes: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 marR="1790065">
              <a:lnSpc>
                <a:spcPct val="100000"/>
              </a:lnSpc>
            </a:pPr>
            <a:r>
              <a:rPr sz="1800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LMW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LL20T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L3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machines.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Cycle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time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67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sec./machine </a:t>
            </a:r>
            <a:r>
              <a:rPr sz="1800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LMW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LL20T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L3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machines.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Cycle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time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68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sec./machine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Calibri" panose="020F0502020204030204"/>
                <a:cs typeface="Calibri" panose="020F0502020204030204"/>
              </a:rPr>
              <a:t>OP30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LMW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JV55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machine;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JV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Kraft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machines.Cycle</a:t>
            </a:r>
            <a:r>
              <a:rPr sz="1800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Time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390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sec./machine. </a:t>
            </a:r>
            <a:r>
              <a:rPr sz="1800" dirty="0">
                <a:latin typeface="Calibri" panose="020F0502020204030204"/>
                <a:cs typeface="Calibri" panose="020F0502020204030204"/>
              </a:rPr>
              <a:t>OP40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machines.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Cycle Time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115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sec.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9" name="object 6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762000" y="987678"/>
            <a:ext cx="10073640" cy="3932301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203200" y="54076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Floor Layout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BMW RAD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2" name="object 5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23328" y="1112037"/>
            <a:ext cx="9783699" cy="515835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534413" y="3435096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OP10-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465833" y="1186815"/>
            <a:ext cx="20148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07465" algn="l"/>
              </a:tabLst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OP10-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	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OP20-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29814" y="3435096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OP20-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883277" y="994536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OP30-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15405" y="1011935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OP30-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94784" y="1032890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OP30-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65626" y="3537839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OP30-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802885" y="3576192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OP30-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867270" y="2158619"/>
            <a:ext cx="2513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Jack AMR</a:t>
            </a:r>
            <a:r>
              <a:rPr sz="1800" b="1" spc="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+</a:t>
            </a:r>
            <a:r>
              <a:rPr sz="1800" b="1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Cobot-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3</a:t>
            </a:r>
            <a:r>
              <a:rPr sz="1800" b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(Jaka)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820536" y="3335350"/>
            <a:ext cx="18542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OP30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Output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Pallet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123690" y="2285365"/>
            <a:ext cx="437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Co 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6660" y="2689478"/>
            <a:ext cx="7677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2987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latin typeface="Calibri" panose="020F0502020204030204"/>
                <a:cs typeface="Calibri" panose="020F0502020204030204"/>
              </a:rPr>
              <a:t>I/P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Feeding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17495" y="2126234"/>
            <a:ext cx="9575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08660" algn="l"/>
              </a:tabLst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Co 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	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C2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825879" y="2158619"/>
            <a:ext cx="2616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latin typeface="Calibri" panose="020F0502020204030204"/>
                <a:cs typeface="Calibri" panose="020F0502020204030204"/>
              </a:rPr>
              <a:t>C1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13433" y="4374133"/>
            <a:ext cx="164655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87985" algn="just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C1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1 </a:t>
            </a:r>
            <a:r>
              <a:rPr sz="1800" dirty="0">
                <a:latin typeface="Calibri" panose="020F0502020204030204"/>
                <a:cs typeface="Calibri" panose="020F0502020204030204"/>
              </a:rPr>
              <a:t>C2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2 </a:t>
            </a:r>
            <a:r>
              <a:rPr sz="1800" dirty="0">
                <a:latin typeface="Calibri" panose="020F0502020204030204"/>
                <a:cs typeface="Calibri" panose="020F0502020204030204"/>
              </a:rPr>
              <a:t>C4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 algn="just">
              <a:lnSpc>
                <a:spcPct val="100000"/>
              </a:lnSpc>
            </a:pPr>
            <a:r>
              <a:rPr sz="1800" dirty="0">
                <a:latin typeface="Calibri" panose="020F0502020204030204"/>
                <a:cs typeface="Calibri" panose="020F0502020204030204"/>
              </a:rPr>
              <a:t>Co1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Conveyor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 algn="just">
              <a:lnSpc>
                <a:spcPct val="100000"/>
              </a:lnSpc>
            </a:pPr>
            <a:r>
              <a:rPr sz="1800" dirty="0">
                <a:latin typeface="Calibri" panose="020F0502020204030204"/>
                <a:cs typeface="Calibri" panose="020F0502020204030204"/>
              </a:rPr>
              <a:t>Co2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Conveyor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32520" y="3098901"/>
            <a:ext cx="2319908" cy="2987420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10135107" y="4798440"/>
            <a:ext cx="254000" cy="719455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OP40-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67543" y="3353942"/>
            <a:ext cx="254000" cy="719455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10" dirty="0">
                <a:latin typeface="Calibri" panose="020F0502020204030204"/>
                <a:cs typeface="Calibri" panose="020F0502020204030204"/>
              </a:rPr>
              <a:t>OP40-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35286" y="4072763"/>
            <a:ext cx="254000" cy="26162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25" dirty="0">
                <a:latin typeface="Calibri" panose="020F0502020204030204"/>
                <a:cs typeface="Calibri" panose="020F0502020204030204"/>
              </a:rPr>
              <a:t>C4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5" name="Text 1"/>
          <p:cNvSpPr/>
          <p:nvPr/>
        </p:nvSpPr>
        <p:spPr>
          <a:xfrm>
            <a:off x="237490" y="51409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 Floor Layout</a:t>
            </a:r>
            <a:endParaRPr lang="en-US" sz="2500" dirty="0"/>
          </a:p>
        </p:txBody>
      </p:sp>
      <p:sp>
        <p:nvSpPr>
          <p:cNvPr id="26" name="Rectangle 2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BMW RAD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2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09498" y="1121257"/>
            <a:ext cx="8096377" cy="521589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85750" y="54330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Key Station Detail — OP30 </a:t>
            </a:r>
            <a:endParaRPr lang="en-US" sz="2500" dirty="0"/>
          </a:p>
        </p:txBody>
      </p:sp>
      <p:sp>
        <p:nvSpPr>
          <p:cNvPr id="7" name="Rectangle 6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9126220" y="1475105"/>
            <a:ext cx="2934970" cy="2324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b="1"/>
              <a:t>Implemented one AMR with jack cobot for 5 VMC machines.</a:t>
            </a:r>
            <a:endParaRPr lang="en-US" alt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b="1"/>
              <a:t>Automates material handling with a 6-minute machine cycle time.</a:t>
            </a:r>
            <a:endParaRPr lang="en-US" altLang="en-US" b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0" y="870585"/>
          <a:ext cx="12190730" cy="4834255"/>
        </p:xfrm>
        <a:graphic>
          <a:graphicData uri="http://schemas.openxmlformats.org/drawingml/2006/table">
            <a:tbl>
              <a:tblPr/>
              <a:tblGrid>
                <a:gridCol w="3136265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  <a:gridCol w="422275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</a:tblGrid>
              <a:tr h="314325">
                <a:tc gridSpan="25"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BMW RAD LINE ACTIVITY CHART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EE796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p>
                      <a:pPr algn="l" fontAlgn="b"/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Jun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Aug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Sep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Oct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Nov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Week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10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15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16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18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23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24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9125">
                <a:tc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Receipt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of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Purchase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order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/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LOI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1056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Detailed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layout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,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Drawing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and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BOQ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submission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for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Approval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Mechanical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Electrical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Mechanical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75640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Electrical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(including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Panel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interface)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Internal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Trials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(no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load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test)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FAT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Test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I&amp;C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3574415" y="5869305"/>
            <a:ext cx="5205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sz="2400" b="1">
                <a:highlight>
                  <a:srgbClr val="FFFF00"/>
                </a:highlight>
              </a:rPr>
              <a:t>Current status -  DAP Submission</a:t>
            </a:r>
            <a:endParaRPr lang="en-IN" altLang="en-US" sz="2400" b="1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MACHINE READINESS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SCHEDULE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No of manpower reduce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BOM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ROI CALCULATION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1560830" y="982345"/>
            <a:ext cx="8961120" cy="4194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3" name="HBg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4" name="HBg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5" name="HBg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6" name="HT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Parameter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7" name="HT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Calculation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8" name="HT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Value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9" name="RBg0_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0" name="RBg0_1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1" name="RBg0_2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2" name="P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Machines Automated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3" name="C0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14" name="V0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5" name="RBg1_0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6" name="RBg1_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p>
            <a:endParaRPr lang="en-GB" altLang="en-US" sz="1000"/>
          </a:p>
        </p:txBody>
      </p:sp>
      <p:sp>
        <p:nvSpPr>
          <p:cNvPr id="217" name="RBg1_2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8" name="P1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Cobots Used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9" name="C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0" name="V1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4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1" name="RBg2_0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2" name="RBg2_1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3" name="RBg2_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4" name="P2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per Shift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5" name="C2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6" name="V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7" name="RBg3_0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8" name="RBg3_1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9" name="RBg3_2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0" name="P3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Shifts per Day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1" name="C3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2" name="V3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3" name="RBg4_0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4" name="RBg4_1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5" name="RBg4_2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6" name="P4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Operators / Day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7" name="C4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10 × 3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8" name="V4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9" name="RBg5_0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0" name="RBg5_1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1" name="RBg5_2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2" name="P5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Salary per Operator per Month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3" name="C5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44" name="V5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22,000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5" name="RBg6_0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6" name="RBg6_1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7" name="RBg6_2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8" name="P6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Monthly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9" name="C6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0" name="V6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6,60,000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1" name="RBg7_0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2" name="RBg7_1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3" name="RBg7_2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4" name="P7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Annual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55" name="C7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6,60,000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6" name="V7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79,20,000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7" name="RBg8_0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8" name="RBg8_1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9" name="RBg8_2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0" name="P8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1" name="C8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2" name="V8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3" name="RBg9_0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4" name="RBg9_1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5" name="RBg9_2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6" name="P9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Monthly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7" name="C9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4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8" name="V9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88,000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9" name="RBg10_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0" name="RBg10_1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1" name="RBg10_2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2" name="P1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3" name="C10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88,000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74" name="V10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10,56,000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5" name="RBg11_0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6" name="RBg11_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7" name="RBg11_2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8" name="P11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Savings Due to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9" name="C1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79,20,000 - 10,56,000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0" name="V11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68,64,000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1" name="RBg12_0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2" name="RBg12_1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3" name="RBg12_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4" name="P12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Automation Project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85" name="C12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6" name="V1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1,46,19,000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7" name="RBg13_0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8" name="RBg13_1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9" name="RBg13_2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0" name="P13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(Years)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1" name="C13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₹ 1,46,19,000 ÷ ₹ 68,64,000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2" name="V13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2.1 Years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3" name="RBg14_0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4" name="RBg14_1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5" name="RBg14_2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6" name="P14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(Months)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7" name="C14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2.1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8" name="V14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25 Months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9" name="RBg15_0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0" name="RBg15_1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1" name="RBg15_2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2" name="P15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 Reduction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3" name="C15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30 - 4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04" name="V15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26 Operators Reduced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5" name="RBg16_0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6" name="RBg16_1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7" name="RBg16_2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8" name="P16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Savings After 5 Years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9" name="C16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(₹ 68,64,000 × 5) - ₹ 1,46,19,000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10" name="V16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1,97,01,000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PO DETAILS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80645" y="908685"/>
          <a:ext cx="11880215" cy="4544695"/>
        </p:xfrm>
        <a:graphic>
          <a:graphicData uri="http://schemas.openxmlformats.org/drawingml/2006/table">
            <a:tbl>
              <a:tblPr/>
              <a:tblGrid>
                <a:gridCol w="613410"/>
                <a:gridCol w="953770"/>
                <a:gridCol w="913130"/>
                <a:gridCol w="2480945"/>
                <a:gridCol w="1043940"/>
                <a:gridCol w="1305560"/>
                <a:gridCol w="1305560"/>
                <a:gridCol w="1306195"/>
                <a:gridCol w="1043940"/>
                <a:gridCol w="913765"/>
              </a:tblGrid>
              <a:tr h="904875">
                <a:tc gridSpan="10"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INVOICING PLAN – STELLANTIS ROBOTIC LINE PROJECT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0678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PO Value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%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 Payment Description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Amount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Invoice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Status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Remark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to Supplier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Mar-2026 (PO date)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3575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Delivery at Site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Jun-2026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Installation &amp; Commissioning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Jul-2026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4845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8E6BA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8E6BA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IN" altLang="en-US" sz="9000" b="1" dirty="0">
              <a:solidFill>
                <a:srgbClr val="8E6BAE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8E6BAE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Helical Machine Tending Line</a:t>
            </a:r>
            <a:endParaRPr lang="en-US" sz="3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HELICAL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754062" y="1254175"/>
            <a:ext cx="9916414" cy="4819777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Isometric Layout</a:t>
            </a:r>
            <a:endParaRPr lang="en-US" sz="2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66600" y="1349755"/>
            <a:ext cx="6455283" cy="4159885"/>
          </a:xfrm>
          <a:prstGeom prst="rect">
            <a:avLst/>
          </a:prstGeom>
        </p:spPr>
      </p:pic>
      <p:grpSp>
        <p:nvGrpSpPr>
          <p:cNvPr id="10" name="object 7"/>
          <p:cNvGrpSpPr/>
          <p:nvPr/>
        </p:nvGrpSpPr>
        <p:grpSpPr>
          <a:xfrm>
            <a:off x="662470" y="3679316"/>
            <a:ext cx="265430" cy="317500"/>
            <a:chOff x="662470" y="3679316"/>
            <a:chExt cx="265430" cy="317500"/>
          </a:xfrm>
        </p:grpSpPr>
        <p:sp>
          <p:nvSpPr>
            <p:cNvPr id="11" name="object 8"/>
            <p:cNvSpPr/>
            <p:nvPr/>
          </p:nvSpPr>
          <p:spPr>
            <a:xfrm>
              <a:off x="668820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17" y="7766"/>
                  </a:lnTo>
                  <a:lnTo>
                    <a:pt x="51670" y="29394"/>
                  </a:lnTo>
                  <a:lnTo>
                    <a:pt x="24350" y="62380"/>
                  </a:lnTo>
                  <a:lnTo>
                    <a:pt x="6433" y="104217"/>
                  </a:lnTo>
                  <a:lnTo>
                    <a:pt x="0" y="152399"/>
                  </a:lnTo>
                  <a:lnTo>
                    <a:pt x="6433" y="200582"/>
                  </a:lnTo>
                  <a:lnTo>
                    <a:pt x="24350" y="242419"/>
                  </a:lnTo>
                  <a:lnTo>
                    <a:pt x="51670" y="275405"/>
                  </a:lnTo>
                  <a:lnTo>
                    <a:pt x="86317" y="297033"/>
                  </a:lnTo>
                  <a:lnTo>
                    <a:pt x="126212" y="304799"/>
                  </a:lnTo>
                  <a:lnTo>
                    <a:pt x="166107" y="297033"/>
                  </a:lnTo>
                  <a:lnTo>
                    <a:pt x="200754" y="275405"/>
                  </a:lnTo>
                  <a:lnTo>
                    <a:pt x="228074" y="242419"/>
                  </a:lnTo>
                  <a:lnTo>
                    <a:pt x="245991" y="200582"/>
                  </a:lnTo>
                  <a:lnTo>
                    <a:pt x="252425" y="152399"/>
                  </a:lnTo>
                  <a:lnTo>
                    <a:pt x="245991" y="104217"/>
                  </a:lnTo>
                  <a:lnTo>
                    <a:pt x="228074" y="62380"/>
                  </a:lnTo>
                  <a:lnTo>
                    <a:pt x="200754" y="29394"/>
                  </a:lnTo>
                  <a:lnTo>
                    <a:pt x="166107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9"/>
            <p:cNvSpPr/>
            <p:nvPr/>
          </p:nvSpPr>
          <p:spPr>
            <a:xfrm>
              <a:off x="668820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3" y="104217"/>
                  </a:lnTo>
                  <a:lnTo>
                    <a:pt x="24350" y="62380"/>
                  </a:lnTo>
                  <a:lnTo>
                    <a:pt x="51670" y="29394"/>
                  </a:lnTo>
                  <a:lnTo>
                    <a:pt x="86317" y="7766"/>
                  </a:lnTo>
                  <a:lnTo>
                    <a:pt x="126212" y="0"/>
                  </a:lnTo>
                  <a:lnTo>
                    <a:pt x="166107" y="7766"/>
                  </a:lnTo>
                  <a:lnTo>
                    <a:pt x="200754" y="29394"/>
                  </a:lnTo>
                  <a:lnTo>
                    <a:pt x="228074" y="62380"/>
                  </a:lnTo>
                  <a:lnTo>
                    <a:pt x="245991" y="104217"/>
                  </a:lnTo>
                  <a:lnTo>
                    <a:pt x="252425" y="152399"/>
                  </a:lnTo>
                  <a:lnTo>
                    <a:pt x="245991" y="200582"/>
                  </a:lnTo>
                  <a:lnTo>
                    <a:pt x="228074" y="242419"/>
                  </a:lnTo>
                  <a:lnTo>
                    <a:pt x="200754" y="275405"/>
                  </a:lnTo>
                  <a:lnTo>
                    <a:pt x="166107" y="297033"/>
                  </a:lnTo>
                  <a:lnTo>
                    <a:pt x="126212" y="304799"/>
                  </a:lnTo>
                  <a:lnTo>
                    <a:pt x="86317" y="297033"/>
                  </a:lnTo>
                  <a:lnTo>
                    <a:pt x="51670" y="275405"/>
                  </a:lnTo>
                  <a:lnTo>
                    <a:pt x="24350" y="242419"/>
                  </a:lnTo>
                  <a:lnTo>
                    <a:pt x="6433" y="200582"/>
                  </a:lnTo>
                  <a:lnTo>
                    <a:pt x="0" y="152399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0"/>
          <p:cNvSpPr txBox="1"/>
          <p:nvPr/>
        </p:nvSpPr>
        <p:spPr>
          <a:xfrm>
            <a:off x="724611" y="367385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4" name="object 11"/>
          <p:cNvGrpSpPr/>
          <p:nvPr/>
        </p:nvGrpSpPr>
        <p:grpSpPr>
          <a:xfrm>
            <a:off x="1011288" y="1855597"/>
            <a:ext cx="265430" cy="317500"/>
            <a:chOff x="1011288" y="1855597"/>
            <a:chExt cx="265430" cy="317500"/>
          </a:xfrm>
        </p:grpSpPr>
        <p:sp>
          <p:nvSpPr>
            <p:cNvPr id="15" name="object 12"/>
            <p:cNvSpPr/>
            <p:nvPr/>
          </p:nvSpPr>
          <p:spPr>
            <a:xfrm>
              <a:off x="1017638" y="186194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17" y="7766"/>
                  </a:lnTo>
                  <a:lnTo>
                    <a:pt x="51670" y="29394"/>
                  </a:lnTo>
                  <a:lnTo>
                    <a:pt x="24350" y="62380"/>
                  </a:lnTo>
                  <a:lnTo>
                    <a:pt x="6433" y="104217"/>
                  </a:lnTo>
                  <a:lnTo>
                    <a:pt x="0" y="152400"/>
                  </a:lnTo>
                  <a:lnTo>
                    <a:pt x="6433" y="200534"/>
                  </a:lnTo>
                  <a:lnTo>
                    <a:pt x="24350" y="242364"/>
                  </a:lnTo>
                  <a:lnTo>
                    <a:pt x="51670" y="275368"/>
                  </a:lnTo>
                  <a:lnTo>
                    <a:pt x="86317" y="297021"/>
                  </a:lnTo>
                  <a:lnTo>
                    <a:pt x="126212" y="304800"/>
                  </a:lnTo>
                  <a:lnTo>
                    <a:pt x="166114" y="297021"/>
                  </a:lnTo>
                  <a:lnTo>
                    <a:pt x="200776" y="275368"/>
                  </a:lnTo>
                  <a:lnTo>
                    <a:pt x="228116" y="242364"/>
                  </a:lnTo>
                  <a:lnTo>
                    <a:pt x="246048" y="200534"/>
                  </a:lnTo>
                  <a:lnTo>
                    <a:pt x="252488" y="152400"/>
                  </a:lnTo>
                  <a:lnTo>
                    <a:pt x="246048" y="104217"/>
                  </a:lnTo>
                  <a:lnTo>
                    <a:pt x="228116" y="62380"/>
                  </a:lnTo>
                  <a:lnTo>
                    <a:pt x="200776" y="29394"/>
                  </a:lnTo>
                  <a:lnTo>
                    <a:pt x="166114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3"/>
            <p:cNvSpPr/>
            <p:nvPr/>
          </p:nvSpPr>
          <p:spPr>
            <a:xfrm>
              <a:off x="1017638" y="186194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3" y="104217"/>
                  </a:lnTo>
                  <a:lnTo>
                    <a:pt x="24350" y="62380"/>
                  </a:lnTo>
                  <a:lnTo>
                    <a:pt x="51670" y="29394"/>
                  </a:lnTo>
                  <a:lnTo>
                    <a:pt x="86317" y="7766"/>
                  </a:lnTo>
                  <a:lnTo>
                    <a:pt x="126212" y="0"/>
                  </a:lnTo>
                  <a:lnTo>
                    <a:pt x="166114" y="7766"/>
                  </a:lnTo>
                  <a:lnTo>
                    <a:pt x="200776" y="29394"/>
                  </a:lnTo>
                  <a:lnTo>
                    <a:pt x="228116" y="62380"/>
                  </a:lnTo>
                  <a:lnTo>
                    <a:pt x="246048" y="104217"/>
                  </a:lnTo>
                  <a:lnTo>
                    <a:pt x="252488" y="152400"/>
                  </a:lnTo>
                  <a:lnTo>
                    <a:pt x="246048" y="200534"/>
                  </a:lnTo>
                  <a:lnTo>
                    <a:pt x="228116" y="242364"/>
                  </a:lnTo>
                  <a:lnTo>
                    <a:pt x="200776" y="275368"/>
                  </a:lnTo>
                  <a:lnTo>
                    <a:pt x="166114" y="297021"/>
                  </a:lnTo>
                  <a:lnTo>
                    <a:pt x="126212" y="304800"/>
                  </a:lnTo>
                  <a:lnTo>
                    <a:pt x="86317" y="297021"/>
                  </a:lnTo>
                  <a:lnTo>
                    <a:pt x="51670" y="275368"/>
                  </a:lnTo>
                  <a:lnTo>
                    <a:pt x="24350" y="242364"/>
                  </a:lnTo>
                  <a:lnTo>
                    <a:pt x="6433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4"/>
          <p:cNvSpPr txBox="1"/>
          <p:nvPr/>
        </p:nvSpPr>
        <p:spPr>
          <a:xfrm>
            <a:off x="1073302" y="1849628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" name="object 15"/>
          <p:cNvGrpSpPr/>
          <p:nvPr/>
        </p:nvGrpSpPr>
        <p:grpSpPr>
          <a:xfrm>
            <a:off x="2219325" y="1706498"/>
            <a:ext cx="265430" cy="317500"/>
            <a:chOff x="2219325" y="1706498"/>
            <a:chExt cx="265430" cy="317500"/>
          </a:xfrm>
        </p:grpSpPr>
        <p:sp>
          <p:nvSpPr>
            <p:cNvPr id="19" name="object 16"/>
            <p:cNvSpPr/>
            <p:nvPr/>
          </p:nvSpPr>
          <p:spPr>
            <a:xfrm>
              <a:off x="2225675" y="171284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17"/>
            <p:cNvSpPr/>
            <p:nvPr/>
          </p:nvSpPr>
          <p:spPr>
            <a:xfrm>
              <a:off x="2225675" y="171284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18"/>
          <p:cNvSpPr txBox="1"/>
          <p:nvPr/>
        </p:nvSpPr>
        <p:spPr>
          <a:xfrm>
            <a:off x="2281554" y="170052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2" name="object 19"/>
          <p:cNvGrpSpPr/>
          <p:nvPr/>
        </p:nvGrpSpPr>
        <p:grpSpPr>
          <a:xfrm>
            <a:off x="917282" y="4760340"/>
            <a:ext cx="265430" cy="317500"/>
            <a:chOff x="917282" y="4760340"/>
            <a:chExt cx="265430" cy="317500"/>
          </a:xfrm>
        </p:grpSpPr>
        <p:sp>
          <p:nvSpPr>
            <p:cNvPr id="23" name="object 20"/>
            <p:cNvSpPr/>
            <p:nvPr/>
          </p:nvSpPr>
          <p:spPr>
            <a:xfrm>
              <a:off x="923632" y="476669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22" y="7766"/>
                  </a:lnTo>
                  <a:lnTo>
                    <a:pt x="51676" y="29394"/>
                  </a:lnTo>
                  <a:lnTo>
                    <a:pt x="24353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3" y="242419"/>
                  </a:lnTo>
                  <a:lnTo>
                    <a:pt x="51676" y="275405"/>
                  </a:lnTo>
                  <a:lnTo>
                    <a:pt x="86322" y="297033"/>
                  </a:lnTo>
                  <a:lnTo>
                    <a:pt x="126212" y="304799"/>
                  </a:lnTo>
                  <a:lnTo>
                    <a:pt x="166108" y="297033"/>
                  </a:lnTo>
                  <a:lnTo>
                    <a:pt x="200758" y="275405"/>
                  </a:lnTo>
                  <a:lnTo>
                    <a:pt x="228083" y="242419"/>
                  </a:lnTo>
                  <a:lnTo>
                    <a:pt x="246002" y="200582"/>
                  </a:lnTo>
                  <a:lnTo>
                    <a:pt x="252437" y="152399"/>
                  </a:lnTo>
                  <a:lnTo>
                    <a:pt x="246002" y="104217"/>
                  </a:lnTo>
                  <a:lnTo>
                    <a:pt x="228083" y="62380"/>
                  </a:lnTo>
                  <a:lnTo>
                    <a:pt x="200758" y="29394"/>
                  </a:lnTo>
                  <a:lnTo>
                    <a:pt x="166108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1"/>
            <p:cNvSpPr/>
            <p:nvPr/>
          </p:nvSpPr>
          <p:spPr>
            <a:xfrm>
              <a:off x="923632" y="476669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3" y="62380"/>
                  </a:lnTo>
                  <a:lnTo>
                    <a:pt x="51676" y="29394"/>
                  </a:lnTo>
                  <a:lnTo>
                    <a:pt x="86322" y="7766"/>
                  </a:lnTo>
                  <a:lnTo>
                    <a:pt x="126212" y="0"/>
                  </a:lnTo>
                  <a:lnTo>
                    <a:pt x="166108" y="7766"/>
                  </a:lnTo>
                  <a:lnTo>
                    <a:pt x="200758" y="29394"/>
                  </a:lnTo>
                  <a:lnTo>
                    <a:pt x="228083" y="62380"/>
                  </a:lnTo>
                  <a:lnTo>
                    <a:pt x="246002" y="104217"/>
                  </a:lnTo>
                  <a:lnTo>
                    <a:pt x="252437" y="152399"/>
                  </a:lnTo>
                  <a:lnTo>
                    <a:pt x="246002" y="200582"/>
                  </a:lnTo>
                  <a:lnTo>
                    <a:pt x="228083" y="242419"/>
                  </a:lnTo>
                  <a:lnTo>
                    <a:pt x="200758" y="275405"/>
                  </a:lnTo>
                  <a:lnTo>
                    <a:pt x="166108" y="297033"/>
                  </a:lnTo>
                  <a:lnTo>
                    <a:pt x="126212" y="304799"/>
                  </a:lnTo>
                  <a:lnTo>
                    <a:pt x="86322" y="297033"/>
                  </a:lnTo>
                  <a:lnTo>
                    <a:pt x="51676" y="275405"/>
                  </a:lnTo>
                  <a:lnTo>
                    <a:pt x="24353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5" name="object 22"/>
          <p:cNvSpPr txBox="1"/>
          <p:nvPr/>
        </p:nvSpPr>
        <p:spPr>
          <a:xfrm>
            <a:off x="979424" y="475500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6" name="object 23"/>
          <p:cNvGrpSpPr/>
          <p:nvPr/>
        </p:nvGrpSpPr>
        <p:grpSpPr>
          <a:xfrm>
            <a:off x="2271522" y="4728083"/>
            <a:ext cx="265430" cy="317500"/>
            <a:chOff x="2271522" y="4728083"/>
            <a:chExt cx="265430" cy="317500"/>
          </a:xfrm>
        </p:grpSpPr>
        <p:sp>
          <p:nvSpPr>
            <p:cNvPr id="27" name="object 24"/>
            <p:cNvSpPr/>
            <p:nvPr/>
          </p:nvSpPr>
          <p:spPr>
            <a:xfrm>
              <a:off x="2277872" y="473443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8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5"/>
            <p:cNvSpPr/>
            <p:nvPr/>
          </p:nvSpPr>
          <p:spPr>
            <a:xfrm>
              <a:off x="2277872" y="473443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8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6"/>
          <p:cNvSpPr txBox="1"/>
          <p:nvPr/>
        </p:nvSpPr>
        <p:spPr>
          <a:xfrm>
            <a:off x="2333625" y="4722621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0" name="object 27"/>
          <p:cNvGrpSpPr/>
          <p:nvPr/>
        </p:nvGrpSpPr>
        <p:grpSpPr>
          <a:xfrm>
            <a:off x="1658873" y="3487420"/>
            <a:ext cx="265430" cy="317500"/>
            <a:chOff x="1658873" y="3487420"/>
            <a:chExt cx="265430" cy="317500"/>
          </a:xfrm>
        </p:grpSpPr>
        <p:sp>
          <p:nvSpPr>
            <p:cNvPr id="31" name="object 28"/>
            <p:cNvSpPr/>
            <p:nvPr/>
          </p:nvSpPr>
          <p:spPr>
            <a:xfrm>
              <a:off x="1665223" y="34937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799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29"/>
            <p:cNvSpPr/>
            <p:nvPr/>
          </p:nvSpPr>
          <p:spPr>
            <a:xfrm>
              <a:off x="1665223" y="34937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0"/>
          <p:cNvSpPr txBox="1"/>
          <p:nvPr/>
        </p:nvSpPr>
        <p:spPr>
          <a:xfrm>
            <a:off x="1720976" y="348183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4" name="object 31"/>
          <p:cNvGrpSpPr/>
          <p:nvPr/>
        </p:nvGrpSpPr>
        <p:grpSpPr>
          <a:xfrm>
            <a:off x="2385948" y="3019932"/>
            <a:ext cx="265430" cy="317500"/>
            <a:chOff x="2385948" y="3019932"/>
            <a:chExt cx="265430" cy="317500"/>
          </a:xfrm>
        </p:grpSpPr>
        <p:sp>
          <p:nvSpPr>
            <p:cNvPr id="35" name="object 32"/>
            <p:cNvSpPr/>
            <p:nvPr/>
          </p:nvSpPr>
          <p:spPr>
            <a:xfrm>
              <a:off x="2392298" y="302628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27" y="297021"/>
                  </a:lnTo>
                  <a:lnTo>
                    <a:pt x="200749" y="275368"/>
                  </a:lnTo>
                  <a:lnTo>
                    <a:pt x="228038" y="242364"/>
                  </a:lnTo>
                  <a:lnTo>
                    <a:pt x="245926" y="200534"/>
                  </a:lnTo>
                  <a:lnTo>
                    <a:pt x="252349" y="152400"/>
                  </a:lnTo>
                  <a:lnTo>
                    <a:pt x="245926" y="104217"/>
                  </a:lnTo>
                  <a:lnTo>
                    <a:pt x="228038" y="62380"/>
                  </a:lnTo>
                  <a:lnTo>
                    <a:pt x="200749" y="29394"/>
                  </a:lnTo>
                  <a:lnTo>
                    <a:pt x="166127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3"/>
            <p:cNvSpPr/>
            <p:nvPr/>
          </p:nvSpPr>
          <p:spPr>
            <a:xfrm>
              <a:off x="2392298" y="302628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27" y="7766"/>
                  </a:lnTo>
                  <a:lnTo>
                    <a:pt x="200749" y="29394"/>
                  </a:lnTo>
                  <a:lnTo>
                    <a:pt x="228038" y="62380"/>
                  </a:lnTo>
                  <a:lnTo>
                    <a:pt x="245926" y="104217"/>
                  </a:lnTo>
                  <a:lnTo>
                    <a:pt x="252349" y="152400"/>
                  </a:lnTo>
                  <a:lnTo>
                    <a:pt x="245926" y="200534"/>
                  </a:lnTo>
                  <a:lnTo>
                    <a:pt x="228038" y="242364"/>
                  </a:lnTo>
                  <a:lnTo>
                    <a:pt x="200749" y="275368"/>
                  </a:lnTo>
                  <a:lnTo>
                    <a:pt x="166127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4"/>
          <p:cNvSpPr txBox="1"/>
          <p:nvPr/>
        </p:nvSpPr>
        <p:spPr>
          <a:xfrm>
            <a:off x="2448305" y="301421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8" name="object 35"/>
          <p:cNvGrpSpPr/>
          <p:nvPr/>
        </p:nvGrpSpPr>
        <p:grpSpPr>
          <a:xfrm>
            <a:off x="2293111" y="3679316"/>
            <a:ext cx="265430" cy="317500"/>
            <a:chOff x="2293111" y="3679316"/>
            <a:chExt cx="265430" cy="317500"/>
          </a:xfrm>
        </p:grpSpPr>
        <p:sp>
          <p:nvSpPr>
            <p:cNvPr id="39" name="object 36"/>
            <p:cNvSpPr/>
            <p:nvPr/>
          </p:nvSpPr>
          <p:spPr>
            <a:xfrm>
              <a:off x="2299461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799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37"/>
            <p:cNvSpPr/>
            <p:nvPr/>
          </p:nvSpPr>
          <p:spPr>
            <a:xfrm>
              <a:off x="2299461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1" name="object 38"/>
          <p:cNvSpPr txBox="1"/>
          <p:nvPr/>
        </p:nvSpPr>
        <p:spPr>
          <a:xfrm>
            <a:off x="2355342" y="367385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2" name="object 39"/>
          <p:cNvGrpSpPr/>
          <p:nvPr/>
        </p:nvGrpSpPr>
        <p:grpSpPr>
          <a:xfrm>
            <a:off x="2339720" y="2570098"/>
            <a:ext cx="264795" cy="297815"/>
            <a:chOff x="2339720" y="2570098"/>
            <a:chExt cx="264795" cy="297815"/>
          </a:xfrm>
        </p:grpSpPr>
        <p:sp>
          <p:nvSpPr>
            <p:cNvPr id="43" name="object 40"/>
            <p:cNvSpPr/>
            <p:nvPr/>
          </p:nvSpPr>
          <p:spPr>
            <a:xfrm>
              <a:off x="2346070" y="257644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4" y="284606"/>
                  </a:lnTo>
                  <a:lnTo>
                    <a:pt x="165749" y="277348"/>
                  </a:lnTo>
                  <a:lnTo>
                    <a:pt x="200296" y="257142"/>
                  </a:lnTo>
                  <a:lnTo>
                    <a:pt x="227546" y="226341"/>
                  </a:lnTo>
                  <a:lnTo>
                    <a:pt x="245420" y="187298"/>
                  </a:lnTo>
                  <a:lnTo>
                    <a:pt x="251841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1"/>
            <p:cNvSpPr/>
            <p:nvPr/>
          </p:nvSpPr>
          <p:spPr>
            <a:xfrm>
              <a:off x="2346070" y="257644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1" y="142366"/>
                  </a:lnTo>
                  <a:lnTo>
                    <a:pt x="245420" y="187298"/>
                  </a:lnTo>
                  <a:lnTo>
                    <a:pt x="227546" y="226341"/>
                  </a:lnTo>
                  <a:lnTo>
                    <a:pt x="200296" y="257142"/>
                  </a:lnTo>
                  <a:lnTo>
                    <a:pt x="165749" y="277348"/>
                  </a:lnTo>
                  <a:lnTo>
                    <a:pt x="125984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5" name="object 42"/>
          <p:cNvSpPr txBox="1"/>
          <p:nvPr/>
        </p:nvSpPr>
        <p:spPr>
          <a:xfrm>
            <a:off x="2387854" y="260527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6" name="object 43"/>
          <p:cNvGrpSpPr/>
          <p:nvPr/>
        </p:nvGrpSpPr>
        <p:grpSpPr>
          <a:xfrm>
            <a:off x="3508121" y="2022601"/>
            <a:ext cx="264795" cy="297815"/>
            <a:chOff x="3508121" y="2022601"/>
            <a:chExt cx="264795" cy="297815"/>
          </a:xfrm>
        </p:grpSpPr>
        <p:sp>
          <p:nvSpPr>
            <p:cNvPr id="47" name="object 44"/>
            <p:cNvSpPr/>
            <p:nvPr/>
          </p:nvSpPr>
          <p:spPr>
            <a:xfrm>
              <a:off x="3514471" y="202895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60"/>
                  </a:lnTo>
                  <a:lnTo>
                    <a:pt x="24294" y="226441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6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1"/>
                  </a:lnTo>
                  <a:lnTo>
                    <a:pt x="245419" y="187360"/>
                  </a:lnTo>
                  <a:lnTo>
                    <a:pt x="251840" y="142367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5"/>
            <p:cNvSpPr/>
            <p:nvPr/>
          </p:nvSpPr>
          <p:spPr>
            <a:xfrm>
              <a:off x="3514471" y="202895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0" y="142367"/>
                  </a:lnTo>
                  <a:lnTo>
                    <a:pt x="245419" y="187360"/>
                  </a:lnTo>
                  <a:lnTo>
                    <a:pt x="227538" y="226441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6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1"/>
                  </a:lnTo>
                  <a:lnTo>
                    <a:pt x="6420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9" name="object 46"/>
          <p:cNvSpPr txBox="1"/>
          <p:nvPr/>
        </p:nvSpPr>
        <p:spPr>
          <a:xfrm>
            <a:off x="3556253" y="205752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0" name="object 47"/>
          <p:cNvGrpSpPr/>
          <p:nvPr/>
        </p:nvGrpSpPr>
        <p:grpSpPr>
          <a:xfrm>
            <a:off x="3751198" y="4728083"/>
            <a:ext cx="264795" cy="297815"/>
            <a:chOff x="3751198" y="4728083"/>
            <a:chExt cx="264795" cy="297815"/>
          </a:xfrm>
        </p:grpSpPr>
        <p:sp>
          <p:nvSpPr>
            <p:cNvPr id="51" name="object 48"/>
            <p:cNvSpPr/>
            <p:nvPr/>
          </p:nvSpPr>
          <p:spPr>
            <a:xfrm>
              <a:off x="3757548" y="47344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8"/>
                  </a:lnTo>
                  <a:lnTo>
                    <a:pt x="51544" y="27464"/>
                  </a:lnTo>
                  <a:lnTo>
                    <a:pt x="24294" y="58265"/>
                  </a:lnTo>
                  <a:lnTo>
                    <a:pt x="6420" y="97308"/>
                  </a:lnTo>
                  <a:lnTo>
                    <a:pt x="0" y="142240"/>
                  </a:lnTo>
                  <a:lnTo>
                    <a:pt x="6420" y="187233"/>
                  </a:lnTo>
                  <a:lnTo>
                    <a:pt x="24294" y="226314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7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4"/>
                  </a:lnTo>
                  <a:lnTo>
                    <a:pt x="245419" y="187233"/>
                  </a:lnTo>
                  <a:lnTo>
                    <a:pt x="251840" y="142240"/>
                  </a:lnTo>
                  <a:lnTo>
                    <a:pt x="245419" y="97308"/>
                  </a:lnTo>
                  <a:lnTo>
                    <a:pt x="227538" y="58265"/>
                  </a:lnTo>
                  <a:lnTo>
                    <a:pt x="200268" y="27464"/>
                  </a:lnTo>
                  <a:lnTo>
                    <a:pt x="165684" y="7258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2" name="object 49"/>
            <p:cNvSpPr/>
            <p:nvPr/>
          </p:nvSpPr>
          <p:spPr>
            <a:xfrm>
              <a:off x="3757548" y="47344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0" y="97308"/>
                  </a:lnTo>
                  <a:lnTo>
                    <a:pt x="24294" y="58265"/>
                  </a:lnTo>
                  <a:lnTo>
                    <a:pt x="51544" y="27464"/>
                  </a:lnTo>
                  <a:lnTo>
                    <a:pt x="86091" y="7258"/>
                  </a:lnTo>
                  <a:lnTo>
                    <a:pt x="125856" y="0"/>
                  </a:lnTo>
                  <a:lnTo>
                    <a:pt x="165684" y="7258"/>
                  </a:lnTo>
                  <a:lnTo>
                    <a:pt x="200268" y="27464"/>
                  </a:lnTo>
                  <a:lnTo>
                    <a:pt x="227538" y="58265"/>
                  </a:lnTo>
                  <a:lnTo>
                    <a:pt x="245419" y="97308"/>
                  </a:lnTo>
                  <a:lnTo>
                    <a:pt x="251840" y="142240"/>
                  </a:lnTo>
                  <a:lnTo>
                    <a:pt x="245419" y="187233"/>
                  </a:lnTo>
                  <a:lnTo>
                    <a:pt x="227538" y="226314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7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4"/>
                  </a:lnTo>
                  <a:lnTo>
                    <a:pt x="6420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3" name="object 50"/>
          <p:cNvSpPr txBox="1"/>
          <p:nvPr/>
        </p:nvSpPr>
        <p:spPr>
          <a:xfrm>
            <a:off x="3799459" y="476351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4" name="object 51"/>
          <p:cNvGrpSpPr/>
          <p:nvPr/>
        </p:nvGrpSpPr>
        <p:grpSpPr>
          <a:xfrm>
            <a:off x="3828541" y="3520566"/>
            <a:ext cx="264795" cy="297815"/>
            <a:chOff x="3828541" y="3520566"/>
            <a:chExt cx="264795" cy="297815"/>
          </a:xfrm>
        </p:grpSpPr>
        <p:sp>
          <p:nvSpPr>
            <p:cNvPr id="55" name="object 52"/>
            <p:cNvSpPr/>
            <p:nvPr/>
          </p:nvSpPr>
          <p:spPr>
            <a:xfrm>
              <a:off x="3834891" y="35269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2"/>
                  </a:lnTo>
                  <a:lnTo>
                    <a:pt x="6433" y="97373"/>
                  </a:lnTo>
                  <a:lnTo>
                    <a:pt x="0" y="142367"/>
                  </a:lnTo>
                  <a:lnTo>
                    <a:pt x="6433" y="187360"/>
                  </a:lnTo>
                  <a:lnTo>
                    <a:pt x="24339" y="226441"/>
                  </a:lnTo>
                  <a:lnTo>
                    <a:pt x="51627" y="257261"/>
                  </a:lnTo>
                  <a:lnTo>
                    <a:pt x="86205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3"/>
            <p:cNvSpPr/>
            <p:nvPr/>
          </p:nvSpPr>
          <p:spPr>
            <a:xfrm>
              <a:off x="3834891" y="35269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33" y="97373"/>
                  </a:lnTo>
                  <a:lnTo>
                    <a:pt x="24339" y="58292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205" y="277474"/>
                  </a:lnTo>
                  <a:lnTo>
                    <a:pt x="51627" y="257261"/>
                  </a:lnTo>
                  <a:lnTo>
                    <a:pt x="24339" y="226441"/>
                  </a:lnTo>
                  <a:lnTo>
                    <a:pt x="6433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7" name="object 54"/>
          <p:cNvSpPr txBox="1"/>
          <p:nvPr/>
        </p:nvSpPr>
        <p:spPr>
          <a:xfrm>
            <a:off x="3876802" y="355587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8" name="object 55"/>
          <p:cNvGrpSpPr/>
          <p:nvPr/>
        </p:nvGrpSpPr>
        <p:grpSpPr>
          <a:xfrm>
            <a:off x="4430521" y="3335909"/>
            <a:ext cx="264795" cy="297815"/>
            <a:chOff x="4430521" y="3335909"/>
            <a:chExt cx="264795" cy="297815"/>
          </a:xfrm>
        </p:grpSpPr>
        <p:sp>
          <p:nvSpPr>
            <p:cNvPr id="59" name="object 56"/>
            <p:cNvSpPr/>
            <p:nvPr/>
          </p:nvSpPr>
          <p:spPr>
            <a:xfrm>
              <a:off x="4436871" y="334225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3" y="284733"/>
                  </a:lnTo>
                  <a:lnTo>
                    <a:pt x="165749" y="277474"/>
                  </a:lnTo>
                  <a:lnTo>
                    <a:pt x="200296" y="257261"/>
                  </a:lnTo>
                  <a:lnTo>
                    <a:pt x="227546" y="226440"/>
                  </a:lnTo>
                  <a:lnTo>
                    <a:pt x="245420" y="187360"/>
                  </a:lnTo>
                  <a:lnTo>
                    <a:pt x="251840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0" name="object 57"/>
            <p:cNvSpPr/>
            <p:nvPr/>
          </p:nvSpPr>
          <p:spPr>
            <a:xfrm>
              <a:off x="4436871" y="334225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0" y="142366"/>
                  </a:lnTo>
                  <a:lnTo>
                    <a:pt x="245420" y="187360"/>
                  </a:lnTo>
                  <a:lnTo>
                    <a:pt x="227546" y="226440"/>
                  </a:lnTo>
                  <a:lnTo>
                    <a:pt x="200296" y="257261"/>
                  </a:lnTo>
                  <a:lnTo>
                    <a:pt x="165749" y="277474"/>
                  </a:lnTo>
                  <a:lnTo>
                    <a:pt x="125983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1" name="object 58"/>
          <p:cNvSpPr txBox="1"/>
          <p:nvPr/>
        </p:nvSpPr>
        <p:spPr>
          <a:xfrm>
            <a:off x="4478782" y="33712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2" name="object 59"/>
          <p:cNvGrpSpPr/>
          <p:nvPr/>
        </p:nvGrpSpPr>
        <p:grpSpPr>
          <a:xfrm>
            <a:off x="6255639" y="3410330"/>
            <a:ext cx="264795" cy="297815"/>
            <a:chOff x="6255639" y="3410330"/>
            <a:chExt cx="264795" cy="297815"/>
          </a:xfrm>
        </p:grpSpPr>
        <p:sp>
          <p:nvSpPr>
            <p:cNvPr id="63" name="object 60"/>
            <p:cNvSpPr/>
            <p:nvPr/>
          </p:nvSpPr>
          <p:spPr>
            <a:xfrm>
              <a:off x="6261989" y="34166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4" name="object 61"/>
            <p:cNvSpPr/>
            <p:nvPr/>
          </p:nvSpPr>
          <p:spPr>
            <a:xfrm>
              <a:off x="6261989" y="34166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5" name="object 62"/>
          <p:cNvSpPr txBox="1"/>
          <p:nvPr/>
        </p:nvSpPr>
        <p:spPr>
          <a:xfrm>
            <a:off x="6304279" y="344550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6" name="object 63"/>
          <p:cNvGrpSpPr/>
          <p:nvPr/>
        </p:nvGrpSpPr>
        <p:grpSpPr>
          <a:xfrm>
            <a:off x="5490464" y="1967102"/>
            <a:ext cx="264795" cy="297815"/>
            <a:chOff x="5490464" y="1967102"/>
            <a:chExt cx="264795" cy="297815"/>
          </a:xfrm>
        </p:grpSpPr>
        <p:sp>
          <p:nvSpPr>
            <p:cNvPr id="67" name="object 64"/>
            <p:cNvSpPr/>
            <p:nvPr/>
          </p:nvSpPr>
          <p:spPr>
            <a:xfrm>
              <a:off x="5496814" y="197345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3"/>
                  </a:lnTo>
                  <a:lnTo>
                    <a:pt x="6433" y="97373"/>
                  </a:lnTo>
                  <a:lnTo>
                    <a:pt x="0" y="142367"/>
                  </a:lnTo>
                  <a:lnTo>
                    <a:pt x="6433" y="187347"/>
                  </a:lnTo>
                  <a:lnTo>
                    <a:pt x="24339" y="226396"/>
                  </a:lnTo>
                  <a:lnTo>
                    <a:pt x="51627" y="257179"/>
                  </a:lnTo>
                  <a:lnTo>
                    <a:pt x="86205" y="277360"/>
                  </a:lnTo>
                  <a:lnTo>
                    <a:pt x="125984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8" name="object 65"/>
            <p:cNvSpPr/>
            <p:nvPr/>
          </p:nvSpPr>
          <p:spPr>
            <a:xfrm>
              <a:off x="5496814" y="197345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33" y="97373"/>
                  </a:lnTo>
                  <a:lnTo>
                    <a:pt x="24339" y="58293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7"/>
                  </a:lnTo>
                  <a:lnTo>
                    <a:pt x="86205" y="277360"/>
                  </a:lnTo>
                  <a:lnTo>
                    <a:pt x="51627" y="257179"/>
                  </a:lnTo>
                  <a:lnTo>
                    <a:pt x="24339" y="226396"/>
                  </a:lnTo>
                  <a:lnTo>
                    <a:pt x="6433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9" name="object 66"/>
          <p:cNvSpPr txBox="1"/>
          <p:nvPr/>
        </p:nvSpPr>
        <p:spPr>
          <a:xfrm>
            <a:off x="5538978" y="200202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16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0" name="object 67"/>
          <p:cNvGrpSpPr/>
          <p:nvPr/>
        </p:nvGrpSpPr>
        <p:grpSpPr>
          <a:xfrm>
            <a:off x="5602859" y="4660138"/>
            <a:ext cx="264795" cy="297815"/>
            <a:chOff x="5602859" y="4660138"/>
            <a:chExt cx="264795" cy="297815"/>
          </a:xfrm>
        </p:grpSpPr>
        <p:sp>
          <p:nvSpPr>
            <p:cNvPr id="71" name="object 68"/>
            <p:cNvSpPr/>
            <p:nvPr/>
          </p:nvSpPr>
          <p:spPr>
            <a:xfrm>
              <a:off x="5609209" y="46664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298"/>
                  </a:lnTo>
                  <a:lnTo>
                    <a:pt x="24294" y="226341"/>
                  </a:lnTo>
                  <a:lnTo>
                    <a:pt x="51544" y="257142"/>
                  </a:lnTo>
                  <a:lnTo>
                    <a:pt x="86091" y="277348"/>
                  </a:lnTo>
                  <a:lnTo>
                    <a:pt x="125856" y="284606"/>
                  </a:lnTo>
                  <a:lnTo>
                    <a:pt x="165684" y="277348"/>
                  </a:lnTo>
                  <a:lnTo>
                    <a:pt x="200268" y="257142"/>
                  </a:lnTo>
                  <a:lnTo>
                    <a:pt x="227538" y="226341"/>
                  </a:lnTo>
                  <a:lnTo>
                    <a:pt x="245419" y="187298"/>
                  </a:lnTo>
                  <a:lnTo>
                    <a:pt x="251840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2" name="object 69"/>
            <p:cNvSpPr/>
            <p:nvPr/>
          </p:nvSpPr>
          <p:spPr>
            <a:xfrm>
              <a:off x="5609209" y="46664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0" y="142367"/>
                  </a:lnTo>
                  <a:lnTo>
                    <a:pt x="245419" y="187298"/>
                  </a:lnTo>
                  <a:lnTo>
                    <a:pt x="227538" y="226341"/>
                  </a:lnTo>
                  <a:lnTo>
                    <a:pt x="200268" y="257142"/>
                  </a:lnTo>
                  <a:lnTo>
                    <a:pt x="165684" y="277348"/>
                  </a:lnTo>
                  <a:lnTo>
                    <a:pt x="125856" y="284606"/>
                  </a:lnTo>
                  <a:lnTo>
                    <a:pt x="86091" y="277348"/>
                  </a:lnTo>
                  <a:lnTo>
                    <a:pt x="51544" y="257142"/>
                  </a:lnTo>
                  <a:lnTo>
                    <a:pt x="24294" y="226341"/>
                  </a:lnTo>
                  <a:lnTo>
                    <a:pt x="6420" y="187298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3" name="object 70"/>
          <p:cNvSpPr txBox="1"/>
          <p:nvPr/>
        </p:nvSpPr>
        <p:spPr>
          <a:xfrm>
            <a:off x="5651372" y="469557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17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4" name="object 71"/>
          <p:cNvSpPr txBox="1"/>
          <p:nvPr/>
        </p:nvSpPr>
        <p:spPr>
          <a:xfrm>
            <a:off x="6734047" y="927557"/>
            <a:ext cx="1647189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Part</a:t>
            </a:r>
            <a:r>
              <a:rPr sz="1800" b="1" u="sng" spc="-3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No.</a:t>
            </a:r>
            <a:r>
              <a:rPr sz="1800" b="1" u="sng" spc="-5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981/982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5" name="object 72"/>
          <p:cNvGrpSpPr/>
          <p:nvPr/>
        </p:nvGrpSpPr>
        <p:grpSpPr>
          <a:xfrm>
            <a:off x="6726046" y="1401699"/>
            <a:ext cx="265430" cy="317500"/>
            <a:chOff x="6726046" y="1401699"/>
            <a:chExt cx="265430" cy="317500"/>
          </a:xfrm>
        </p:grpSpPr>
        <p:sp>
          <p:nvSpPr>
            <p:cNvPr id="76" name="object 73"/>
            <p:cNvSpPr/>
            <p:nvPr/>
          </p:nvSpPr>
          <p:spPr>
            <a:xfrm>
              <a:off x="6732396" y="140804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4"/>
            <p:cNvSpPr/>
            <p:nvPr/>
          </p:nvSpPr>
          <p:spPr>
            <a:xfrm>
              <a:off x="6732396" y="140804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8" name="object 75"/>
          <p:cNvSpPr txBox="1"/>
          <p:nvPr/>
        </p:nvSpPr>
        <p:spPr>
          <a:xfrm>
            <a:off x="6788911" y="139572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9" name="object 76"/>
          <p:cNvGrpSpPr/>
          <p:nvPr/>
        </p:nvGrpSpPr>
        <p:grpSpPr>
          <a:xfrm>
            <a:off x="6707123" y="1860423"/>
            <a:ext cx="265430" cy="317500"/>
            <a:chOff x="6707123" y="1860423"/>
            <a:chExt cx="265430" cy="317500"/>
          </a:xfrm>
        </p:grpSpPr>
        <p:sp>
          <p:nvSpPr>
            <p:cNvPr id="80" name="object 77"/>
            <p:cNvSpPr/>
            <p:nvPr/>
          </p:nvSpPr>
          <p:spPr>
            <a:xfrm>
              <a:off x="6713473" y="186677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078" y="297021"/>
                  </a:lnTo>
                  <a:lnTo>
                    <a:pt x="200694" y="275368"/>
                  </a:lnTo>
                  <a:lnTo>
                    <a:pt x="228001" y="242364"/>
                  </a:lnTo>
                  <a:lnTo>
                    <a:pt x="245914" y="200534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78"/>
            <p:cNvSpPr/>
            <p:nvPr/>
          </p:nvSpPr>
          <p:spPr>
            <a:xfrm>
              <a:off x="6713473" y="186677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34"/>
                  </a:lnTo>
                  <a:lnTo>
                    <a:pt x="228001" y="242364"/>
                  </a:lnTo>
                  <a:lnTo>
                    <a:pt x="200694" y="275368"/>
                  </a:lnTo>
                  <a:lnTo>
                    <a:pt x="166078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2" name="object 79"/>
          <p:cNvSpPr txBox="1"/>
          <p:nvPr/>
        </p:nvSpPr>
        <p:spPr>
          <a:xfrm>
            <a:off x="6769989" y="185445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3" name="object 80"/>
          <p:cNvGrpSpPr/>
          <p:nvPr/>
        </p:nvGrpSpPr>
        <p:grpSpPr>
          <a:xfrm>
            <a:off x="6721729" y="2319020"/>
            <a:ext cx="265430" cy="317500"/>
            <a:chOff x="6721729" y="2319020"/>
            <a:chExt cx="265430" cy="317500"/>
          </a:xfrm>
        </p:grpSpPr>
        <p:sp>
          <p:nvSpPr>
            <p:cNvPr id="84" name="object 81"/>
            <p:cNvSpPr/>
            <p:nvPr/>
          </p:nvSpPr>
          <p:spPr>
            <a:xfrm>
              <a:off x="6728079" y="23253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2"/>
            <p:cNvSpPr/>
            <p:nvPr/>
          </p:nvSpPr>
          <p:spPr>
            <a:xfrm>
              <a:off x="6728079" y="23253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6" name="object 83"/>
          <p:cNvSpPr txBox="1"/>
          <p:nvPr/>
        </p:nvSpPr>
        <p:spPr>
          <a:xfrm>
            <a:off x="6784593" y="2313178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7" name="object 84"/>
          <p:cNvGrpSpPr/>
          <p:nvPr/>
        </p:nvGrpSpPr>
        <p:grpSpPr>
          <a:xfrm>
            <a:off x="6721729" y="2777744"/>
            <a:ext cx="265430" cy="317500"/>
            <a:chOff x="6721729" y="2777744"/>
            <a:chExt cx="265430" cy="317500"/>
          </a:xfrm>
        </p:grpSpPr>
        <p:sp>
          <p:nvSpPr>
            <p:cNvPr id="88" name="object 85"/>
            <p:cNvSpPr/>
            <p:nvPr/>
          </p:nvSpPr>
          <p:spPr>
            <a:xfrm>
              <a:off x="6728079" y="278409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8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6"/>
            <p:cNvSpPr/>
            <p:nvPr/>
          </p:nvSpPr>
          <p:spPr>
            <a:xfrm>
              <a:off x="6728079" y="278409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8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0" name="object 87"/>
          <p:cNvSpPr txBox="1"/>
          <p:nvPr/>
        </p:nvSpPr>
        <p:spPr>
          <a:xfrm>
            <a:off x="6784593" y="277190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1" name="object 88"/>
          <p:cNvGrpSpPr/>
          <p:nvPr/>
        </p:nvGrpSpPr>
        <p:grpSpPr>
          <a:xfrm>
            <a:off x="6735826" y="3236341"/>
            <a:ext cx="265430" cy="317500"/>
            <a:chOff x="6735826" y="3236341"/>
            <a:chExt cx="265430" cy="317500"/>
          </a:xfrm>
        </p:grpSpPr>
        <p:sp>
          <p:nvSpPr>
            <p:cNvPr id="92" name="object 89"/>
            <p:cNvSpPr/>
            <p:nvPr/>
          </p:nvSpPr>
          <p:spPr>
            <a:xfrm>
              <a:off x="6742176" y="324269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0"/>
            <p:cNvSpPr/>
            <p:nvPr/>
          </p:nvSpPr>
          <p:spPr>
            <a:xfrm>
              <a:off x="6742176" y="324269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4" name="object 91"/>
          <p:cNvSpPr txBox="1"/>
          <p:nvPr/>
        </p:nvSpPr>
        <p:spPr>
          <a:xfrm>
            <a:off x="6798691" y="3230626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5" name="object 92"/>
          <p:cNvGrpSpPr/>
          <p:nvPr/>
        </p:nvGrpSpPr>
        <p:grpSpPr>
          <a:xfrm>
            <a:off x="6768465" y="3695065"/>
            <a:ext cx="265430" cy="317500"/>
            <a:chOff x="6768465" y="3695065"/>
            <a:chExt cx="265430" cy="317500"/>
          </a:xfrm>
        </p:grpSpPr>
        <p:sp>
          <p:nvSpPr>
            <p:cNvPr id="96" name="object 93"/>
            <p:cNvSpPr/>
            <p:nvPr/>
          </p:nvSpPr>
          <p:spPr>
            <a:xfrm>
              <a:off x="6774815" y="370141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4"/>
            <p:cNvSpPr/>
            <p:nvPr/>
          </p:nvSpPr>
          <p:spPr>
            <a:xfrm>
              <a:off x="6774815" y="370141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8" name="object 95"/>
          <p:cNvSpPr txBox="1"/>
          <p:nvPr/>
        </p:nvSpPr>
        <p:spPr>
          <a:xfrm>
            <a:off x="6831330" y="3689350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9" name="object 96"/>
          <p:cNvGrpSpPr/>
          <p:nvPr/>
        </p:nvGrpSpPr>
        <p:grpSpPr>
          <a:xfrm>
            <a:off x="6753732" y="4147439"/>
            <a:ext cx="265430" cy="317500"/>
            <a:chOff x="6753732" y="4147439"/>
            <a:chExt cx="265430" cy="317500"/>
          </a:xfrm>
        </p:grpSpPr>
        <p:sp>
          <p:nvSpPr>
            <p:cNvPr id="100" name="object 97"/>
            <p:cNvSpPr/>
            <p:nvPr/>
          </p:nvSpPr>
          <p:spPr>
            <a:xfrm>
              <a:off x="6760082" y="415378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1" y="0"/>
                  </a:moveTo>
                  <a:lnTo>
                    <a:pt x="86221" y="7778"/>
                  </a:lnTo>
                  <a:lnTo>
                    <a:pt x="51599" y="29431"/>
                  </a:lnTo>
                  <a:lnTo>
                    <a:pt x="24310" y="62435"/>
                  </a:lnTo>
                  <a:lnTo>
                    <a:pt x="6422" y="104265"/>
                  </a:lnTo>
                  <a:lnTo>
                    <a:pt x="0" y="152400"/>
                  </a:lnTo>
                  <a:lnTo>
                    <a:pt x="6422" y="200582"/>
                  </a:lnTo>
                  <a:lnTo>
                    <a:pt x="24310" y="242419"/>
                  </a:lnTo>
                  <a:lnTo>
                    <a:pt x="51599" y="275405"/>
                  </a:lnTo>
                  <a:lnTo>
                    <a:pt x="86221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65"/>
                  </a:lnTo>
                  <a:lnTo>
                    <a:pt x="227993" y="62435"/>
                  </a:lnTo>
                  <a:lnTo>
                    <a:pt x="200667" y="29431"/>
                  </a:lnTo>
                  <a:lnTo>
                    <a:pt x="166013" y="7778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1" name="object 98"/>
            <p:cNvSpPr/>
            <p:nvPr/>
          </p:nvSpPr>
          <p:spPr>
            <a:xfrm>
              <a:off x="6760082" y="415378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22" y="104265"/>
                  </a:lnTo>
                  <a:lnTo>
                    <a:pt x="24310" y="62435"/>
                  </a:lnTo>
                  <a:lnTo>
                    <a:pt x="51599" y="29431"/>
                  </a:lnTo>
                  <a:lnTo>
                    <a:pt x="86221" y="7778"/>
                  </a:lnTo>
                  <a:lnTo>
                    <a:pt x="126111" y="0"/>
                  </a:lnTo>
                  <a:lnTo>
                    <a:pt x="166013" y="7778"/>
                  </a:lnTo>
                  <a:lnTo>
                    <a:pt x="200667" y="29431"/>
                  </a:lnTo>
                  <a:lnTo>
                    <a:pt x="227993" y="62435"/>
                  </a:lnTo>
                  <a:lnTo>
                    <a:pt x="245913" y="104265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21" y="297033"/>
                  </a:lnTo>
                  <a:lnTo>
                    <a:pt x="51599" y="275405"/>
                  </a:lnTo>
                  <a:lnTo>
                    <a:pt x="24310" y="242419"/>
                  </a:lnTo>
                  <a:lnTo>
                    <a:pt x="6422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2" name="object 99"/>
          <p:cNvSpPr txBox="1"/>
          <p:nvPr/>
        </p:nvSpPr>
        <p:spPr>
          <a:xfrm>
            <a:off x="6816343" y="4141978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3" name="object 100"/>
          <p:cNvSpPr txBox="1"/>
          <p:nvPr/>
        </p:nvSpPr>
        <p:spPr>
          <a:xfrm>
            <a:off x="7124827" y="1426209"/>
            <a:ext cx="14712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4" name="object 101"/>
          <p:cNvSpPr txBox="1"/>
          <p:nvPr/>
        </p:nvSpPr>
        <p:spPr>
          <a:xfrm>
            <a:off x="7124827" y="1764792"/>
            <a:ext cx="1471295" cy="81470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4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94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5" name="object 102"/>
          <p:cNvSpPr txBox="1"/>
          <p:nvPr/>
        </p:nvSpPr>
        <p:spPr>
          <a:xfrm>
            <a:off x="7124827" y="2758821"/>
            <a:ext cx="92519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6" name="object 103"/>
          <p:cNvSpPr txBox="1"/>
          <p:nvPr/>
        </p:nvSpPr>
        <p:spPr>
          <a:xfrm>
            <a:off x="7124827" y="3190747"/>
            <a:ext cx="92519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7" name="object 104"/>
          <p:cNvSpPr txBox="1"/>
          <p:nvPr/>
        </p:nvSpPr>
        <p:spPr>
          <a:xfrm>
            <a:off x="7106793" y="3633978"/>
            <a:ext cx="92519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8" name="object 105"/>
          <p:cNvSpPr txBox="1"/>
          <p:nvPr/>
        </p:nvSpPr>
        <p:spPr>
          <a:xfrm>
            <a:off x="7101331" y="4060316"/>
            <a:ext cx="1564640" cy="836294"/>
          </a:xfrm>
          <a:prstGeom prst="rect">
            <a:avLst/>
          </a:prstGeom>
        </p:spPr>
        <p:txBody>
          <a:bodyPr vert="horz" wrap="square" lIns="0" tIns="1435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1130"/>
              </a:spcBef>
            </a:pPr>
            <a:r>
              <a:rPr sz="1800" spc="-20" dirty="0">
                <a:latin typeface="Calibri" panose="020F0502020204030204"/>
                <a:cs typeface="Calibri" panose="020F0502020204030204"/>
              </a:rPr>
              <a:t>Robot(GP25-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12)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09" name="object 106"/>
          <p:cNvGrpSpPr/>
          <p:nvPr/>
        </p:nvGrpSpPr>
        <p:grpSpPr>
          <a:xfrm>
            <a:off x="8817229" y="1019047"/>
            <a:ext cx="435609" cy="5193030"/>
            <a:chOff x="8817229" y="1019047"/>
            <a:chExt cx="435609" cy="5193030"/>
          </a:xfrm>
        </p:grpSpPr>
        <p:sp>
          <p:nvSpPr>
            <p:cNvPr id="110" name="object 107"/>
            <p:cNvSpPr/>
            <p:nvPr/>
          </p:nvSpPr>
          <p:spPr>
            <a:xfrm>
              <a:off x="8845804" y="1047622"/>
              <a:ext cx="73025" cy="5135880"/>
            </a:xfrm>
            <a:custGeom>
              <a:avLst/>
              <a:gdLst/>
              <a:ahLst/>
              <a:cxnLst/>
              <a:rect l="l" t="t" r="r" b="b"/>
              <a:pathLst>
                <a:path w="73025" h="5135880">
                  <a:moveTo>
                    <a:pt x="0" y="0"/>
                  </a:moveTo>
                  <a:lnTo>
                    <a:pt x="72771" y="5135651"/>
                  </a:lnTo>
                </a:path>
              </a:pathLst>
            </a:custGeom>
            <a:ln w="57149">
              <a:solidFill>
                <a:srgbClr val="EC7C3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1" name="object 108"/>
            <p:cNvSpPr/>
            <p:nvPr/>
          </p:nvSpPr>
          <p:spPr>
            <a:xfrm>
              <a:off x="8994267" y="133311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125983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2"/>
                  </a:lnTo>
                  <a:lnTo>
                    <a:pt x="6433" y="97373"/>
                  </a:lnTo>
                  <a:lnTo>
                    <a:pt x="0" y="142366"/>
                  </a:lnTo>
                  <a:lnTo>
                    <a:pt x="6433" y="187347"/>
                  </a:lnTo>
                  <a:lnTo>
                    <a:pt x="24339" y="226396"/>
                  </a:lnTo>
                  <a:lnTo>
                    <a:pt x="51627" y="257179"/>
                  </a:lnTo>
                  <a:lnTo>
                    <a:pt x="86205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2" name="object 109"/>
            <p:cNvSpPr/>
            <p:nvPr/>
          </p:nvSpPr>
          <p:spPr>
            <a:xfrm>
              <a:off x="8994267" y="133311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0" y="142366"/>
                  </a:moveTo>
                  <a:lnTo>
                    <a:pt x="6433" y="97373"/>
                  </a:lnTo>
                  <a:lnTo>
                    <a:pt x="24339" y="58292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205" y="277360"/>
                  </a:lnTo>
                  <a:lnTo>
                    <a:pt x="51627" y="257179"/>
                  </a:lnTo>
                  <a:lnTo>
                    <a:pt x="24339" y="226396"/>
                  </a:lnTo>
                  <a:lnTo>
                    <a:pt x="6433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3" name="object 110"/>
          <p:cNvGrpSpPr/>
          <p:nvPr/>
        </p:nvGrpSpPr>
        <p:grpSpPr>
          <a:xfrm>
            <a:off x="6749542" y="4612385"/>
            <a:ext cx="265430" cy="317500"/>
            <a:chOff x="6749542" y="4612385"/>
            <a:chExt cx="265430" cy="317500"/>
          </a:xfrm>
        </p:grpSpPr>
        <p:sp>
          <p:nvSpPr>
            <p:cNvPr id="114" name="object 111"/>
            <p:cNvSpPr/>
            <p:nvPr/>
          </p:nvSpPr>
          <p:spPr>
            <a:xfrm>
              <a:off x="6755892" y="46187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5" name="object 112"/>
            <p:cNvSpPr/>
            <p:nvPr/>
          </p:nvSpPr>
          <p:spPr>
            <a:xfrm>
              <a:off x="6755892" y="46187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6" name="object 113"/>
          <p:cNvSpPr txBox="1"/>
          <p:nvPr/>
        </p:nvSpPr>
        <p:spPr>
          <a:xfrm>
            <a:off x="6812406" y="460679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7" name="object 114"/>
          <p:cNvGrpSpPr/>
          <p:nvPr/>
        </p:nvGrpSpPr>
        <p:grpSpPr>
          <a:xfrm>
            <a:off x="9011539" y="2221992"/>
            <a:ext cx="264795" cy="297815"/>
            <a:chOff x="9011539" y="2221992"/>
            <a:chExt cx="264795" cy="297815"/>
          </a:xfrm>
        </p:grpSpPr>
        <p:sp>
          <p:nvSpPr>
            <p:cNvPr id="118" name="object 115"/>
            <p:cNvSpPr/>
            <p:nvPr/>
          </p:nvSpPr>
          <p:spPr>
            <a:xfrm>
              <a:off x="9017889" y="22283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4"/>
                  </a:lnTo>
                  <a:lnTo>
                    <a:pt x="245546" y="187233"/>
                  </a:lnTo>
                  <a:lnTo>
                    <a:pt x="251967" y="142240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9" name="object 116"/>
            <p:cNvSpPr/>
            <p:nvPr/>
          </p:nvSpPr>
          <p:spPr>
            <a:xfrm>
              <a:off x="9017889" y="22283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40"/>
                  </a:lnTo>
                  <a:lnTo>
                    <a:pt x="245546" y="187233"/>
                  </a:lnTo>
                  <a:lnTo>
                    <a:pt x="227665" y="226314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0" name="object 117"/>
          <p:cNvSpPr txBox="1"/>
          <p:nvPr/>
        </p:nvSpPr>
        <p:spPr>
          <a:xfrm>
            <a:off x="9060560" y="225679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1" name="object 118"/>
          <p:cNvSpPr txBox="1"/>
          <p:nvPr/>
        </p:nvSpPr>
        <p:spPr>
          <a:xfrm>
            <a:off x="9427209" y="902030"/>
            <a:ext cx="18783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Part</a:t>
            </a:r>
            <a:r>
              <a:rPr sz="1800" b="1" u="sng" spc="-3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No.</a:t>
            </a:r>
            <a:r>
              <a:rPr sz="1800" b="1" u="sng" spc="-5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1386/1790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2" name="object 119"/>
          <p:cNvSpPr txBox="1"/>
          <p:nvPr/>
        </p:nvSpPr>
        <p:spPr>
          <a:xfrm>
            <a:off x="9420859" y="1758188"/>
            <a:ext cx="1042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3" name="object 120"/>
          <p:cNvSpPr txBox="1"/>
          <p:nvPr/>
        </p:nvSpPr>
        <p:spPr>
          <a:xfrm>
            <a:off x="9404095" y="2218690"/>
            <a:ext cx="1042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4" name="object 121"/>
          <p:cNvSpPr txBox="1"/>
          <p:nvPr/>
        </p:nvSpPr>
        <p:spPr>
          <a:xfrm>
            <a:off x="9376664" y="2563113"/>
            <a:ext cx="1680210" cy="84391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16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(UR12e)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6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5" name="object 122"/>
          <p:cNvGrpSpPr/>
          <p:nvPr/>
        </p:nvGrpSpPr>
        <p:grpSpPr>
          <a:xfrm>
            <a:off x="9031478" y="2692145"/>
            <a:ext cx="264795" cy="297815"/>
            <a:chOff x="9031478" y="2692145"/>
            <a:chExt cx="264795" cy="297815"/>
          </a:xfrm>
        </p:grpSpPr>
        <p:sp>
          <p:nvSpPr>
            <p:cNvPr id="126" name="object 123"/>
            <p:cNvSpPr/>
            <p:nvPr/>
          </p:nvSpPr>
          <p:spPr>
            <a:xfrm>
              <a:off x="9037828" y="26984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7" name="object 124"/>
            <p:cNvSpPr/>
            <p:nvPr/>
          </p:nvSpPr>
          <p:spPr>
            <a:xfrm>
              <a:off x="9037828" y="26984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8" name="object 125"/>
          <p:cNvSpPr txBox="1"/>
          <p:nvPr/>
        </p:nvSpPr>
        <p:spPr>
          <a:xfrm>
            <a:off x="9080372" y="272719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9" name="object 126"/>
          <p:cNvGrpSpPr/>
          <p:nvPr/>
        </p:nvGrpSpPr>
        <p:grpSpPr>
          <a:xfrm>
            <a:off x="9018396" y="3104133"/>
            <a:ext cx="264795" cy="297815"/>
            <a:chOff x="9018396" y="3104133"/>
            <a:chExt cx="264795" cy="297815"/>
          </a:xfrm>
        </p:grpSpPr>
        <p:sp>
          <p:nvSpPr>
            <p:cNvPr id="130" name="object 127"/>
            <p:cNvSpPr/>
            <p:nvPr/>
          </p:nvSpPr>
          <p:spPr>
            <a:xfrm>
              <a:off x="9024746" y="31104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8"/>
                  </a:lnTo>
                  <a:lnTo>
                    <a:pt x="51544" y="27464"/>
                  </a:lnTo>
                  <a:lnTo>
                    <a:pt x="24294" y="58265"/>
                  </a:lnTo>
                  <a:lnTo>
                    <a:pt x="6420" y="97308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294" y="226313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6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3"/>
                  </a:lnTo>
                  <a:lnTo>
                    <a:pt x="245419" y="187233"/>
                  </a:lnTo>
                  <a:lnTo>
                    <a:pt x="251841" y="142239"/>
                  </a:lnTo>
                  <a:lnTo>
                    <a:pt x="245419" y="97308"/>
                  </a:lnTo>
                  <a:lnTo>
                    <a:pt x="227538" y="58265"/>
                  </a:lnTo>
                  <a:lnTo>
                    <a:pt x="200268" y="27464"/>
                  </a:lnTo>
                  <a:lnTo>
                    <a:pt x="165684" y="7258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1" name="object 128"/>
            <p:cNvSpPr/>
            <p:nvPr/>
          </p:nvSpPr>
          <p:spPr>
            <a:xfrm>
              <a:off x="9024746" y="31104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0" y="97308"/>
                  </a:lnTo>
                  <a:lnTo>
                    <a:pt x="24294" y="58265"/>
                  </a:lnTo>
                  <a:lnTo>
                    <a:pt x="51544" y="27464"/>
                  </a:lnTo>
                  <a:lnTo>
                    <a:pt x="86091" y="7258"/>
                  </a:lnTo>
                  <a:lnTo>
                    <a:pt x="125856" y="0"/>
                  </a:lnTo>
                  <a:lnTo>
                    <a:pt x="165684" y="7258"/>
                  </a:lnTo>
                  <a:lnTo>
                    <a:pt x="200268" y="27464"/>
                  </a:lnTo>
                  <a:lnTo>
                    <a:pt x="227538" y="58265"/>
                  </a:lnTo>
                  <a:lnTo>
                    <a:pt x="245419" y="97308"/>
                  </a:lnTo>
                  <a:lnTo>
                    <a:pt x="251841" y="142239"/>
                  </a:lnTo>
                  <a:lnTo>
                    <a:pt x="245419" y="187233"/>
                  </a:lnTo>
                  <a:lnTo>
                    <a:pt x="227538" y="226313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6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2" name="object 129"/>
          <p:cNvSpPr txBox="1"/>
          <p:nvPr/>
        </p:nvSpPr>
        <p:spPr>
          <a:xfrm>
            <a:off x="9067292" y="313918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3" name="object 130"/>
          <p:cNvGrpSpPr/>
          <p:nvPr/>
        </p:nvGrpSpPr>
        <p:grpSpPr>
          <a:xfrm>
            <a:off x="9036431" y="3562730"/>
            <a:ext cx="264795" cy="297815"/>
            <a:chOff x="9036431" y="3562730"/>
            <a:chExt cx="264795" cy="297815"/>
          </a:xfrm>
        </p:grpSpPr>
        <p:sp>
          <p:nvSpPr>
            <p:cNvPr id="134" name="object 131"/>
            <p:cNvSpPr/>
            <p:nvPr/>
          </p:nvSpPr>
          <p:spPr>
            <a:xfrm>
              <a:off x="9042781" y="3569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5" name="object 132"/>
            <p:cNvSpPr/>
            <p:nvPr/>
          </p:nvSpPr>
          <p:spPr>
            <a:xfrm>
              <a:off x="9042781" y="3569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6" name="object 133"/>
          <p:cNvSpPr txBox="1"/>
          <p:nvPr/>
        </p:nvSpPr>
        <p:spPr>
          <a:xfrm>
            <a:off x="9085326" y="359790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7" name="object 134"/>
          <p:cNvGrpSpPr/>
          <p:nvPr/>
        </p:nvGrpSpPr>
        <p:grpSpPr>
          <a:xfrm>
            <a:off x="9072118" y="4049776"/>
            <a:ext cx="264795" cy="297815"/>
            <a:chOff x="9072118" y="4049776"/>
            <a:chExt cx="264795" cy="297815"/>
          </a:xfrm>
        </p:grpSpPr>
        <p:sp>
          <p:nvSpPr>
            <p:cNvPr id="138" name="object 135"/>
            <p:cNvSpPr/>
            <p:nvPr/>
          </p:nvSpPr>
          <p:spPr>
            <a:xfrm>
              <a:off x="9078468" y="40561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749" y="277360"/>
                  </a:lnTo>
                  <a:lnTo>
                    <a:pt x="200296" y="257179"/>
                  </a:lnTo>
                  <a:lnTo>
                    <a:pt x="227546" y="226396"/>
                  </a:lnTo>
                  <a:lnTo>
                    <a:pt x="245420" y="187347"/>
                  </a:lnTo>
                  <a:lnTo>
                    <a:pt x="251840" y="142367"/>
                  </a:lnTo>
                  <a:lnTo>
                    <a:pt x="245420" y="97373"/>
                  </a:lnTo>
                  <a:lnTo>
                    <a:pt x="227546" y="58293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9" name="object 136"/>
            <p:cNvSpPr/>
            <p:nvPr/>
          </p:nvSpPr>
          <p:spPr>
            <a:xfrm>
              <a:off x="9078468" y="40561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3"/>
                  </a:lnTo>
                  <a:lnTo>
                    <a:pt x="245420" y="97373"/>
                  </a:lnTo>
                  <a:lnTo>
                    <a:pt x="251840" y="142367"/>
                  </a:lnTo>
                  <a:lnTo>
                    <a:pt x="245420" y="187347"/>
                  </a:lnTo>
                  <a:lnTo>
                    <a:pt x="227546" y="226396"/>
                  </a:lnTo>
                  <a:lnTo>
                    <a:pt x="200296" y="257179"/>
                  </a:lnTo>
                  <a:lnTo>
                    <a:pt x="165749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0" name="object 137"/>
          <p:cNvSpPr txBox="1"/>
          <p:nvPr/>
        </p:nvSpPr>
        <p:spPr>
          <a:xfrm>
            <a:off x="9120885" y="408508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16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41" name="object 138"/>
          <p:cNvGrpSpPr/>
          <p:nvPr/>
        </p:nvGrpSpPr>
        <p:grpSpPr>
          <a:xfrm>
            <a:off x="9053703" y="4486021"/>
            <a:ext cx="264795" cy="297815"/>
            <a:chOff x="9053703" y="4486021"/>
            <a:chExt cx="264795" cy="297815"/>
          </a:xfrm>
        </p:grpSpPr>
        <p:sp>
          <p:nvSpPr>
            <p:cNvPr id="142" name="object 139"/>
            <p:cNvSpPr/>
            <p:nvPr/>
          </p:nvSpPr>
          <p:spPr>
            <a:xfrm>
              <a:off x="9060053" y="44923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3" name="object 140"/>
            <p:cNvSpPr/>
            <p:nvPr/>
          </p:nvSpPr>
          <p:spPr>
            <a:xfrm>
              <a:off x="9060053" y="44923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4" name="object 141"/>
          <p:cNvSpPr txBox="1"/>
          <p:nvPr/>
        </p:nvSpPr>
        <p:spPr>
          <a:xfrm>
            <a:off x="9102597" y="4521454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17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5" name="object 142"/>
          <p:cNvSpPr txBox="1"/>
          <p:nvPr/>
        </p:nvSpPr>
        <p:spPr>
          <a:xfrm>
            <a:off x="9437878" y="4781254"/>
            <a:ext cx="1680845" cy="817244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62865">
              <a:lnSpc>
                <a:spcPct val="100000"/>
              </a:lnSpc>
              <a:spcBef>
                <a:spcPts val="105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(UR12e)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1790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6" name="object 143"/>
          <p:cNvSpPr txBox="1"/>
          <p:nvPr/>
        </p:nvSpPr>
        <p:spPr>
          <a:xfrm>
            <a:off x="9398254" y="3554095"/>
            <a:ext cx="15868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1790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7" name="object 144"/>
          <p:cNvSpPr txBox="1"/>
          <p:nvPr/>
        </p:nvSpPr>
        <p:spPr>
          <a:xfrm>
            <a:off x="9499854" y="4034790"/>
            <a:ext cx="1042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1786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48" name="object 145"/>
          <p:cNvGrpSpPr/>
          <p:nvPr/>
        </p:nvGrpSpPr>
        <p:grpSpPr>
          <a:xfrm>
            <a:off x="754126" y="2861182"/>
            <a:ext cx="265430" cy="317500"/>
            <a:chOff x="754126" y="2861182"/>
            <a:chExt cx="265430" cy="317500"/>
          </a:xfrm>
        </p:grpSpPr>
        <p:sp>
          <p:nvSpPr>
            <p:cNvPr id="149" name="object 146"/>
            <p:cNvSpPr/>
            <p:nvPr/>
          </p:nvSpPr>
          <p:spPr>
            <a:xfrm>
              <a:off x="760476" y="28675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22" y="7766"/>
                  </a:lnTo>
                  <a:lnTo>
                    <a:pt x="51676" y="29394"/>
                  </a:lnTo>
                  <a:lnTo>
                    <a:pt x="24353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3" y="242419"/>
                  </a:lnTo>
                  <a:lnTo>
                    <a:pt x="51676" y="275405"/>
                  </a:lnTo>
                  <a:lnTo>
                    <a:pt x="86322" y="297033"/>
                  </a:lnTo>
                  <a:lnTo>
                    <a:pt x="126212" y="304800"/>
                  </a:lnTo>
                  <a:lnTo>
                    <a:pt x="166108" y="297033"/>
                  </a:lnTo>
                  <a:lnTo>
                    <a:pt x="200758" y="275405"/>
                  </a:lnTo>
                  <a:lnTo>
                    <a:pt x="228083" y="242419"/>
                  </a:lnTo>
                  <a:lnTo>
                    <a:pt x="246002" y="200582"/>
                  </a:lnTo>
                  <a:lnTo>
                    <a:pt x="252437" y="152400"/>
                  </a:lnTo>
                  <a:lnTo>
                    <a:pt x="246002" y="104217"/>
                  </a:lnTo>
                  <a:lnTo>
                    <a:pt x="228083" y="62380"/>
                  </a:lnTo>
                  <a:lnTo>
                    <a:pt x="200758" y="29394"/>
                  </a:lnTo>
                  <a:lnTo>
                    <a:pt x="166108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0" name="object 147"/>
            <p:cNvSpPr/>
            <p:nvPr/>
          </p:nvSpPr>
          <p:spPr>
            <a:xfrm>
              <a:off x="760476" y="28675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3" y="62380"/>
                  </a:lnTo>
                  <a:lnTo>
                    <a:pt x="51676" y="29394"/>
                  </a:lnTo>
                  <a:lnTo>
                    <a:pt x="86322" y="7766"/>
                  </a:lnTo>
                  <a:lnTo>
                    <a:pt x="126212" y="0"/>
                  </a:lnTo>
                  <a:lnTo>
                    <a:pt x="166108" y="7766"/>
                  </a:lnTo>
                  <a:lnTo>
                    <a:pt x="200758" y="29394"/>
                  </a:lnTo>
                  <a:lnTo>
                    <a:pt x="228083" y="62380"/>
                  </a:lnTo>
                  <a:lnTo>
                    <a:pt x="246002" y="104217"/>
                  </a:lnTo>
                  <a:lnTo>
                    <a:pt x="252437" y="152400"/>
                  </a:lnTo>
                  <a:lnTo>
                    <a:pt x="246002" y="200582"/>
                  </a:lnTo>
                  <a:lnTo>
                    <a:pt x="228083" y="242419"/>
                  </a:lnTo>
                  <a:lnTo>
                    <a:pt x="200758" y="275405"/>
                  </a:lnTo>
                  <a:lnTo>
                    <a:pt x="166108" y="297033"/>
                  </a:lnTo>
                  <a:lnTo>
                    <a:pt x="126212" y="304800"/>
                  </a:lnTo>
                  <a:lnTo>
                    <a:pt x="86322" y="297033"/>
                  </a:lnTo>
                  <a:lnTo>
                    <a:pt x="51676" y="275405"/>
                  </a:lnTo>
                  <a:lnTo>
                    <a:pt x="24353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1" name="object 148"/>
          <p:cNvSpPr txBox="1"/>
          <p:nvPr/>
        </p:nvSpPr>
        <p:spPr>
          <a:xfrm>
            <a:off x="816051" y="285546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2" name="object 149"/>
          <p:cNvGrpSpPr/>
          <p:nvPr/>
        </p:nvGrpSpPr>
        <p:grpSpPr>
          <a:xfrm>
            <a:off x="6782561" y="5078095"/>
            <a:ext cx="265430" cy="317500"/>
            <a:chOff x="6782561" y="5078095"/>
            <a:chExt cx="265430" cy="317500"/>
          </a:xfrm>
        </p:grpSpPr>
        <p:sp>
          <p:nvSpPr>
            <p:cNvPr id="153" name="object 150"/>
            <p:cNvSpPr/>
            <p:nvPr/>
          </p:nvSpPr>
          <p:spPr>
            <a:xfrm>
              <a:off x="6788911" y="508444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799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399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4" name="object 151"/>
            <p:cNvSpPr/>
            <p:nvPr/>
          </p:nvSpPr>
          <p:spPr>
            <a:xfrm>
              <a:off x="6788911" y="508444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399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8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5" name="object 152"/>
          <p:cNvSpPr txBox="1"/>
          <p:nvPr/>
        </p:nvSpPr>
        <p:spPr>
          <a:xfrm>
            <a:off x="6845300" y="5072888"/>
            <a:ext cx="19151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258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r>
              <a:rPr sz="18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6" name="object 153"/>
          <p:cNvGrpSpPr/>
          <p:nvPr/>
        </p:nvGrpSpPr>
        <p:grpSpPr>
          <a:xfrm>
            <a:off x="5415660" y="3280283"/>
            <a:ext cx="264795" cy="297815"/>
            <a:chOff x="5415660" y="3280283"/>
            <a:chExt cx="264795" cy="297815"/>
          </a:xfrm>
        </p:grpSpPr>
        <p:sp>
          <p:nvSpPr>
            <p:cNvPr id="157" name="object 154"/>
            <p:cNvSpPr/>
            <p:nvPr/>
          </p:nvSpPr>
          <p:spPr>
            <a:xfrm>
              <a:off x="5422010" y="32866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8" name="object 155"/>
            <p:cNvSpPr/>
            <p:nvPr/>
          </p:nvSpPr>
          <p:spPr>
            <a:xfrm>
              <a:off x="5422010" y="32866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9" name="object 156"/>
          <p:cNvSpPr txBox="1"/>
          <p:nvPr/>
        </p:nvSpPr>
        <p:spPr>
          <a:xfrm>
            <a:off x="5464302" y="331546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0" name="object 157"/>
          <p:cNvGrpSpPr/>
          <p:nvPr/>
        </p:nvGrpSpPr>
        <p:grpSpPr>
          <a:xfrm>
            <a:off x="3575430" y="2645410"/>
            <a:ext cx="264795" cy="297815"/>
            <a:chOff x="3575430" y="2645410"/>
            <a:chExt cx="264795" cy="297815"/>
          </a:xfrm>
        </p:grpSpPr>
        <p:sp>
          <p:nvSpPr>
            <p:cNvPr id="161" name="object 158"/>
            <p:cNvSpPr/>
            <p:nvPr/>
          </p:nvSpPr>
          <p:spPr>
            <a:xfrm>
              <a:off x="3581780" y="26517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2" name="object 159"/>
            <p:cNvSpPr/>
            <p:nvPr/>
          </p:nvSpPr>
          <p:spPr>
            <a:xfrm>
              <a:off x="3581780" y="26517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3" name="object 160"/>
          <p:cNvSpPr txBox="1"/>
          <p:nvPr/>
        </p:nvSpPr>
        <p:spPr>
          <a:xfrm>
            <a:off x="3623564" y="268046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4" name="object 161"/>
          <p:cNvGrpSpPr/>
          <p:nvPr/>
        </p:nvGrpSpPr>
        <p:grpSpPr>
          <a:xfrm>
            <a:off x="8995156" y="1771014"/>
            <a:ext cx="264795" cy="297815"/>
            <a:chOff x="8995156" y="1771014"/>
            <a:chExt cx="264795" cy="297815"/>
          </a:xfrm>
        </p:grpSpPr>
        <p:sp>
          <p:nvSpPr>
            <p:cNvPr id="165" name="object 162"/>
            <p:cNvSpPr/>
            <p:nvPr/>
          </p:nvSpPr>
          <p:spPr>
            <a:xfrm>
              <a:off x="9001506" y="177736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7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7"/>
                  </a:lnTo>
                  <a:lnTo>
                    <a:pt x="245534" y="97373"/>
                  </a:lnTo>
                  <a:lnTo>
                    <a:pt x="227628" y="58293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6" name="object 163"/>
            <p:cNvSpPr/>
            <p:nvPr/>
          </p:nvSpPr>
          <p:spPr>
            <a:xfrm>
              <a:off x="9001506" y="177736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3"/>
                  </a:lnTo>
                  <a:lnTo>
                    <a:pt x="245534" y="97373"/>
                  </a:lnTo>
                  <a:lnTo>
                    <a:pt x="251968" y="142367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4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7" name="object 164"/>
          <p:cNvSpPr txBox="1"/>
          <p:nvPr/>
        </p:nvSpPr>
        <p:spPr>
          <a:xfrm>
            <a:off x="9044178" y="1805381"/>
            <a:ext cx="18097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8" name="object 165"/>
          <p:cNvSpPr txBox="1"/>
          <p:nvPr/>
        </p:nvSpPr>
        <p:spPr>
          <a:xfrm>
            <a:off x="9036811" y="1285494"/>
            <a:ext cx="1919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45440" algn="l"/>
              </a:tabLst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r>
              <a:rPr sz="12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9" name="object 166"/>
          <p:cNvGrpSpPr/>
          <p:nvPr/>
        </p:nvGrpSpPr>
        <p:grpSpPr>
          <a:xfrm>
            <a:off x="3147948" y="3609085"/>
            <a:ext cx="264795" cy="297815"/>
            <a:chOff x="3147948" y="3609085"/>
            <a:chExt cx="264795" cy="297815"/>
          </a:xfrm>
        </p:grpSpPr>
        <p:sp>
          <p:nvSpPr>
            <p:cNvPr id="170" name="object 167"/>
            <p:cNvSpPr/>
            <p:nvPr/>
          </p:nvSpPr>
          <p:spPr>
            <a:xfrm>
              <a:off x="3154298" y="36154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47"/>
                  </a:lnTo>
                  <a:lnTo>
                    <a:pt x="24294" y="226396"/>
                  </a:lnTo>
                  <a:lnTo>
                    <a:pt x="51544" y="257179"/>
                  </a:lnTo>
                  <a:lnTo>
                    <a:pt x="86091" y="277360"/>
                  </a:lnTo>
                  <a:lnTo>
                    <a:pt x="125856" y="284606"/>
                  </a:lnTo>
                  <a:lnTo>
                    <a:pt x="165684" y="277360"/>
                  </a:lnTo>
                  <a:lnTo>
                    <a:pt x="200268" y="257179"/>
                  </a:lnTo>
                  <a:lnTo>
                    <a:pt x="227538" y="226396"/>
                  </a:lnTo>
                  <a:lnTo>
                    <a:pt x="245419" y="187347"/>
                  </a:lnTo>
                  <a:lnTo>
                    <a:pt x="251840" y="142366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1" name="object 168"/>
            <p:cNvSpPr/>
            <p:nvPr/>
          </p:nvSpPr>
          <p:spPr>
            <a:xfrm>
              <a:off x="3154298" y="36154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0" y="97373"/>
                  </a:lnTo>
                  <a:lnTo>
                    <a:pt x="24294" y="58292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0" y="142366"/>
                  </a:lnTo>
                  <a:lnTo>
                    <a:pt x="245419" y="187347"/>
                  </a:lnTo>
                  <a:lnTo>
                    <a:pt x="227538" y="226396"/>
                  </a:lnTo>
                  <a:lnTo>
                    <a:pt x="200268" y="257179"/>
                  </a:lnTo>
                  <a:lnTo>
                    <a:pt x="165684" y="277360"/>
                  </a:lnTo>
                  <a:lnTo>
                    <a:pt x="125856" y="284606"/>
                  </a:lnTo>
                  <a:lnTo>
                    <a:pt x="86091" y="277360"/>
                  </a:lnTo>
                  <a:lnTo>
                    <a:pt x="51544" y="257179"/>
                  </a:lnTo>
                  <a:lnTo>
                    <a:pt x="24294" y="226396"/>
                  </a:lnTo>
                  <a:lnTo>
                    <a:pt x="6420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2" name="object 169"/>
          <p:cNvSpPr txBox="1"/>
          <p:nvPr/>
        </p:nvSpPr>
        <p:spPr>
          <a:xfrm>
            <a:off x="3196208" y="364426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73" name="object 170"/>
          <p:cNvGrpSpPr/>
          <p:nvPr/>
        </p:nvGrpSpPr>
        <p:grpSpPr>
          <a:xfrm>
            <a:off x="4794884" y="3253613"/>
            <a:ext cx="264795" cy="297815"/>
            <a:chOff x="4794884" y="3253613"/>
            <a:chExt cx="264795" cy="297815"/>
          </a:xfrm>
        </p:grpSpPr>
        <p:sp>
          <p:nvSpPr>
            <p:cNvPr id="174" name="object 171"/>
            <p:cNvSpPr/>
            <p:nvPr/>
          </p:nvSpPr>
          <p:spPr>
            <a:xfrm>
              <a:off x="4801234" y="3259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749" y="277474"/>
                  </a:lnTo>
                  <a:lnTo>
                    <a:pt x="200296" y="257261"/>
                  </a:lnTo>
                  <a:lnTo>
                    <a:pt x="227546" y="226440"/>
                  </a:lnTo>
                  <a:lnTo>
                    <a:pt x="245420" y="187360"/>
                  </a:lnTo>
                  <a:lnTo>
                    <a:pt x="251840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5" name="object 172"/>
            <p:cNvSpPr/>
            <p:nvPr/>
          </p:nvSpPr>
          <p:spPr>
            <a:xfrm>
              <a:off x="4801234" y="3259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0" y="142366"/>
                  </a:lnTo>
                  <a:lnTo>
                    <a:pt x="245420" y="187360"/>
                  </a:lnTo>
                  <a:lnTo>
                    <a:pt x="227546" y="226440"/>
                  </a:lnTo>
                  <a:lnTo>
                    <a:pt x="200296" y="257261"/>
                  </a:lnTo>
                  <a:lnTo>
                    <a:pt x="165749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6" name="object 173"/>
          <p:cNvSpPr txBox="1"/>
          <p:nvPr/>
        </p:nvSpPr>
        <p:spPr>
          <a:xfrm>
            <a:off x="4843398" y="328891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7" name="object 174"/>
          <p:cNvSpPr txBox="1"/>
          <p:nvPr/>
        </p:nvSpPr>
        <p:spPr>
          <a:xfrm>
            <a:off x="9551034" y="4482160"/>
            <a:ext cx="1042669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1786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78" name="object 175"/>
          <p:cNvGrpSpPr/>
          <p:nvPr/>
        </p:nvGrpSpPr>
        <p:grpSpPr>
          <a:xfrm>
            <a:off x="9094089" y="4928615"/>
            <a:ext cx="264795" cy="297815"/>
            <a:chOff x="9094089" y="4928615"/>
            <a:chExt cx="264795" cy="297815"/>
          </a:xfrm>
        </p:grpSpPr>
        <p:sp>
          <p:nvSpPr>
            <p:cNvPr id="179" name="object 176"/>
            <p:cNvSpPr/>
            <p:nvPr/>
          </p:nvSpPr>
          <p:spPr>
            <a:xfrm>
              <a:off x="9100439" y="493496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7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0" name="object 177"/>
            <p:cNvSpPr/>
            <p:nvPr/>
          </p:nvSpPr>
          <p:spPr>
            <a:xfrm>
              <a:off x="9100439" y="493496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1" name="object 178"/>
          <p:cNvSpPr txBox="1"/>
          <p:nvPr/>
        </p:nvSpPr>
        <p:spPr>
          <a:xfrm>
            <a:off x="9143238" y="496404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2" name="object 179"/>
          <p:cNvGrpSpPr/>
          <p:nvPr/>
        </p:nvGrpSpPr>
        <p:grpSpPr>
          <a:xfrm>
            <a:off x="9094089" y="5305044"/>
            <a:ext cx="264795" cy="297815"/>
            <a:chOff x="9094089" y="5305044"/>
            <a:chExt cx="264795" cy="297815"/>
          </a:xfrm>
        </p:grpSpPr>
        <p:sp>
          <p:nvSpPr>
            <p:cNvPr id="183" name="object 180"/>
            <p:cNvSpPr/>
            <p:nvPr/>
          </p:nvSpPr>
          <p:spPr>
            <a:xfrm>
              <a:off x="9100439" y="531139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4"/>
                  </a:lnTo>
                  <a:lnTo>
                    <a:pt x="24302" y="226318"/>
                  </a:lnTo>
                  <a:lnTo>
                    <a:pt x="51572" y="257142"/>
                  </a:lnTo>
                  <a:lnTo>
                    <a:pt x="86156" y="277359"/>
                  </a:lnTo>
                  <a:lnTo>
                    <a:pt x="125983" y="284619"/>
                  </a:lnTo>
                  <a:lnTo>
                    <a:pt x="165811" y="277359"/>
                  </a:lnTo>
                  <a:lnTo>
                    <a:pt x="200395" y="257142"/>
                  </a:lnTo>
                  <a:lnTo>
                    <a:pt x="227665" y="226318"/>
                  </a:lnTo>
                  <a:lnTo>
                    <a:pt x="245546" y="187234"/>
                  </a:lnTo>
                  <a:lnTo>
                    <a:pt x="251967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4" name="object 181"/>
            <p:cNvSpPr/>
            <p:nvPr/>
          </p:nvSpPr>
          <p:spPr>
            <a:xfrm>
              <a:off x="9100439" y="531139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39"/>
                  </a:lnTo>
                  <a:lnTo>
                    <a:pt x="245546" y="187234"/>
                  </a:lnTo>
                  <a:lnTo>
                    <a:pt x="227665" y="226318"/>
                  </a:lnTo>
                  <a:lnTo>
                    <a:pt x="200395" y="257142"/>
                  </a:lnTo>
                  <a:lnTo>
                    <a:pt x="165811" y="277359"/>
                  </a:lnTo>
                  <a:lnTo>
                    <a:pt x="125983" y="284619"/>
                  </a:lnTo>
                  <a:lnTo>
                    <a:pt x="86156" y="277359"/>
                  </a:lnTo>
                  <a:lnTo>
                    <a:pt x="51572" y="257142"/>
                  </a:lnTo>
                  <a:lnTo>
                    <a:pt x="24302" y="226318"/>
                  </a:lnTo>
                  <a:lnTo>
                    <a:pt x="6421" y="187234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5" name="object 182"/>
          <p:cNvSpPr txBox="1"/>
          <p:nvPr/>
        </p:nvSpPr>
        <p:spPr>
          <a:xfrm>
            <a:off x="9143238" y="534047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294005" y="73634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 Floor Layout</a:t>
            </a:r>
            <a:endParaRPr lang="en-US" sz="2500" dirty="0"/>
          </a:p>
        </p:txBody>
      </p:sp>
      <p:sp>
        <p:nvSpPr>
          <p:cNvPr id="189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HELICAL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321119" y="1225677"/>
            <a:ext cx="6198235" cy="4265930"/>
            <a:chOff x="321119" y="1225677"/>
            <a:chExt cx="6198235" cy="426593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21119" y="1225677"/>
              <a:ext cx="6197726" cy="4265930"/>
            </a:xfrm>
            <a:prstGeom prst="rect">
              <a:avLst/>
            </a:prstGeom>
          </p:spPr>
        </p:pic>
        <p:sp>
          <p:nvSpPr>
            <p:cNvPr id="8" name="object 4"/>
            <p:cNvSpPr/>
            <p:nvPr/>
          </p:nvSpPr>
          <p:spPr>
            <a:xfrm>
              <a:off x="1971674" y="437299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3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5"/>
            <p:cNvSpPr/>
            <p:nvPr/>
          </p:nvSpPr>
          <p:spPr>
            <a:xfrm>
              <a:off x="1971674" y="437299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3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2050795" y="4392548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838339" y="2348229"/>
            <a:ext cx="264795" cy="297815"/>
            <a:chOff x="838339" y="2348229"/>
            <a:chExt cx="264795" cy="297815"/>
          </a:xfrm>
        </p:grpSpPr>
        <p:sp>
          <p:nvSpPr>
            <p:cNvPr id="12" name="object 12"/>
            <p:cNvSpPr/>
            <p:nvPr/>
          </p:nvSpPr>
          <p:spPr>
            <a:xfrm>
              <a:off x="844689" y="23545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58"/>
                  </a:lnTo>
                  <a:lnTo>
                    <a:pt x="51566" y="27464"/>
                  </a:lnTo>
                  <a:lnTo>
                    <a:pt x="24301" y="58265"/>
                  </a:lnTo>
                  <a:lnTo>
                    <a:pt x="6420" y="97308"/>
                  </a:lnTo>
                  <a:lnTo>
                    <a:pt x="0" y="142240"/>
                  </a:lnTo>
                  <a:lnTo>
                    <a:pt x="6420" y="187233"/>
                  </a:lnTo>
                  <a:lnTo>
                    <a:pt x="24301" y="226314"/>
                  </a:lnTo>
                  <a:lnTo>
                    <a:pt x="51566" y="257134"/>
                  </a:lnTo>
                  <a:lnTo>
                    <a:pt x="86143" y="277347"/>
                  </a:lnTo>
                  <a:lnTo>
                    <a:pt x="125958" y="284607"/>
                  </a:lnTo>
                  <a:lnTo>
                    <a:pt x="165774" y="277347"/>
                  </a:lnTo>
                  <a:lnTo>
                    <a:pt x="200354" y="257134"/>
                  </a:lnTo>
                  <a:lnTo>
                    <a:pt x="227624" y="226314"/>
                  </a:lnTo>
                  <a:lnTo>
                    <a:pt x="245507" y="187233"/>
                  </a:lnTo>
                  <a:lnTo>
                    <a:pt x="251929" y="142240"/>
                  </a:lnTo>
                  <a:lnTo>
                    <a:pt x="245507" y="97308"/>
                  </a:lnTo>
                  <a:lnTo>
                    <a:pt x="227624" y="58265"/>
                  </a:lnTo>
                  <a:lnTo>
                    <a:pt x="200354" y="27464"/>
                  </a:lnTo>
                  <a:lnTo>
                    <a:pt x="165774" y="7258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844689" y="23545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40"/>
                  </a:moveTo>
                  <a:lnTo>
                    <a:pt x="6420" y="97308"/>
                  </a:lnTo>
                  <a:lnTo>
                    <a:pt x="24301" y="58265"/>
                  </a:lnTo>
                  <a:lnTo>
                    <a:pt x="51566" y="27464"/>
                  </a:lnTo>
                  <a:lnTo>
                    <a:pt x="86143" y="7258"/>
                  </a:lnTo>
                  <a:lnTo>
                    <a:pt x="125958" y="0"/>
                  </a:lnTo>
                  <a:lnTo>
                    <a:pt x="165774" y="7258"/>
                  </a:lnTo>
                  <a:lnTo>
                    <a:pt x="200354" y="27464"/>
                  </a:lnTo>
                  <a:lnTo>
                    <a:pt x="227624" y="58265"/>
                  </a:lnTo>
                  <a:lnTo>
                    <a:pt x="245507" y="97308"/>
                  </a:lnTo>
                  <a:lnTo>
                    <a:pt x="251929" y="142240"/>
                  </a:lnTo>
                  <a:lnTo>
                    <a:pt x="245507" y="187233"/>
                  </a:lnTo>
                  <a:lnTo>
                    <a:pt x="227624" y="226314"/>
                  </a:lnTo>
                  <a:lnTo>
                    <a:pt x="200354" y="257134"/>
                  </a:lnTo>
                  <a:lnTo>
                    <a:pt x="165774" y="277347"/>
                  </a:lnTo>
                  <a:lnTo>
                    <a:pt x="125958" y="284607"/>
                  </a:lnTo>
                  <a:lnTo>
                    <a:pt x="86143" y="277347"/>
                  </a:lnTo>
                  <a:lnTo>
                    <a:pt x="51566" y="257134"/>
                  </a:lnTo>
                  <a:lnTo>
                    <a:pt x="24301" y="226314"/>
                  </a:lnTo>
                  <a:lnTo>
                    <a:pt x="6420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923645" y="239242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094608" y="1631060"/>
            <a:ext cx="264795" cy="297815"/>
            <a:chOff x="3094608" y="1631060"/>
            <a:chExt cx="264795" cy="297815"/>
          </a:xfrm>
        </p:grpSpPr>
        <p:sp>
          <p:nvSpPr>
            <p:cNvPr id="16" name="object 16"/>
            <p:cNvSpPr/>
            <p:nvPr/>
          </p:nvSpPr>
          <p:spPr>
            <a:xfrm>
              <a:off x="3100958" y="163741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3100958" y="163741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3180079" y="1675257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776471" y="4416933"/>
            <a:ext cx="264795" cy="297815"/>
            <a:chOff x="3776471" y="4416933"/>
            <a:chExt cx="264795" cy="297815"/>
          </a:xfrm>
        </p:grpSpPr>
        <p:sp>
          <p:nvSpPr>
            <p:cNvPr id="20" name="object 20"/>
            <p:cNvSpPr/>
            <p:nvPr/>
          </p:nvSpPr>
          <p:spPr>
            <a:xfrm>
              <a:off x="3782821" y="44232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3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3782821" y="44232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3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 txBox="1"/>
          <p:nvPr/>
        </p:nvSpPr>
        <p:spPr>
          <a:xfrm>
            <a:off x="3862196" y="446176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692020" y="3838321"/>
            <a:ext cx="264795" cy="297815"/>
            <a:chOff x="1692020" y="3838321"/>
            <a:chExt cx="264795" cy="297815"/>
          </a:xfrm>
        </p:grpSpPr>
        <p:sp>
          <p:nvSpPr>
            <p:cNvPr id="24" name="object 24"/>
            <p:cNvSpPr/>
            <p:nvPr/>
          </p:nvSpPr>
          <p:spPr>
            <a:xfrm>
              <a:off x="1698370" y="38446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698370" y="38446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 txBox="1"/>
          <p:nvPr/>
        </p:nvSpPr>
        <p:spPr>
          <a:xfrm>
            <a:off x="1777364" y="3864102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888480" y="2235454"/>
            <a:ext cx="264795" cy="297815"/>
            <a:chOff x="6888480" y="2235454"/>
            <a:chExt cx="264795" cy="297815"/>
          </a:xfrm>
        </p:grpSpPr>
        <p:sp>
          <p:nvSpPr>
            <p:cNvPr id="28" name="object 28"/>
            <p:cNvSpPr/>
            <p:nvPr/>
          </p:nvSpPr>
          <p:spPr>
            <a:xfrm>
              <a:off x="6894830" y="224180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4"/>
                  </a:lnTo>
                  <a:lnTo>
                    <a:pt x="245546" y="187233"/>
                  </a:lnTo>
                  <a:lnTo>
                    <a:pt x="251968" y="142240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6894830" y="224180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40"/>
                  </a:lnTo>
                  <a:lnTo>
                    <a:pt x="245546" y="187233"/>
                  </a:lnTo>
                  <a:lnTo>
                    <a:pt x="227665" y="226314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0" name="object 30"/>
          <p:cNvSpPr txBox="1"/>
          <p:nvPr/>
        </p:nvSpPr>
        <p:spPr>
          <a:xfrm>
            <a:off x="6974585" y="2261108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888480" y="2647823"/>
            <a:ext cx="264795" cy="297815"/>
            <a:chOff x="6888480" y="2647823"/>
            <a:chExt cx="264795" cy="297815"/>
          </a:xfrm>
        </p:grpSpPr>
        <p:sp>
          <p:nvSpPr>
            <p:cNvPr id="32" name="object 32"/>
            <p:cNvSpPr/>
            <p:nvPr/>
          </p:nvSpPr>
          <p:spPr>
            <a:xfrm>
              <a:off x="6894830" y="265417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6894830" y="265417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4"/>
          <p:cNvSpPr txBox="1"/>
          <p:nvPr/>
        </p:nvSpPr>
        <p:spPr>
          <a:xfrm>
            <a:off x="6974585" y="269214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888480" y="3068066"/>
            <a:ext cx="264795" cy="297815"/>
            <a:chOff x="6888480" y="3068066"/>
            <a:chExt cx="264795" cy="297815"/>
          </a:xfrm>
        </p:grpSpPr>
        <p:sp>
          <p:nvSpPr>
            <p:cNvPr id="36" name="object 36"/>
            <p:cNvSpPr/>
            <p:nvPr/>
          </p:nvSpPr>
          <p:spPr>
            <a:xfrm>
              <a:off x="6894830" y="30744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7"/>
            <p:cNvSpPr/>
            <p:nvPr/>
          </p:nvSpPr>
          <p:spPr>
            <a:xfrm>
              <a:off x="6894830" y="30744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8" name="object 38"/>
          <p:cNvSpPr txBox="1"/>
          <p:nvPr/>
        </p:nvSpPr>
        <p:spPr>
          <a:xfrm>
            <a:off x="6974585" y="3112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6876033" y="3490086"/>
            <a:ext cx="264795" cy="297815"/>
            <a:chOff x="6876033" y="3490086"/>
            <a:chExt cx="264795" cy="297815"/>
          </a:xfrm>
        </p:grpSpPr>
        <p:sp>
          <p:nvSpPr>
            <p:cNvPr id="40" name="object 40"/>
            <p:cNvSpPr/>
            <p:nvPr/>
          </p:nvSpPr>
          <p:spPr>
            <a:xfrm>
              <a:off x="6882383" y="34964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749" y="277474"/>
                  </a:lnTo>
                  <a:lnTo>
                    <a:pt x="200296" y="257261"/>
                  </a:lnTo>
                  <a:lnTo>
                    <a:pt x="227546" y="226441"/>
                  </a:lnTo>
                  <a:lnTo>
                    <a:pt x="245420" y="187360"/>
                  </a:lnTo>
                  <a:lnTo>
                    <a:pt x="251841" y="142367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41"/>
            <p:cNvSpPr/>
            <p:nvPr/>
          </p:nvSpPr>
          <p:spPr>
            <a:xfrm>
              <a:off x="6882383" y="34964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1" y="142367"/>
                  </a:lnTo>
                  <a:lnTo>
                    <a:pt x="245420" y="187360"/>
                  </a:lnTo>
                  <a:lnTo>
                    <a:pt x="227546" y="226441"/>
                  </a:lnTo>
                  <a:lnTo>
                    <a:pt x="200296" y="257261"/>
                  </a:lnTo>
                  <a:lnTo>
                    <a:pt x="165749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2" name="object 42"/>
          <p:cNvSpPr txBox="1"/>
          <p:nvPr/>
        </p:nvSpPr>
        <p:spPr>
          <a:xfrm>
            <a:off x="7000493" y="3541903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6888480" y="1810892"/>
            <a:ext cx="264795" cy="297815"/>
            <a:chOff x="6888480" y="1810892"/>
            <a:chExt cx="264795" cy="297815"/>
          </a:xfrm>
        </p:grpSpPr>
        <p:sp>
          <p:nvSpPr>
            <p:cNvPr id="44" name="object 44"/>
            <p:cNvSpPr/>
            <p:nvPr/>
          </p:nvSpPr>
          <p:spPr>
            <a:xfrm>
              <a:off x="6894830" y="18172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6894830" y="18172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6" name="object 46"/>
          <p:cNvSpPr txBox="1"/>
          <p:nvPr/>
        </p:nvSpPr>
        <p:spPr>
          <a:xfrm>
            <a:off x="6974585" y="183654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6927088" y="3886200"/>
            <a:ext cx="265430" cy="317500"/>
            <a:chOff x="6927088" y="3886200"/>
            <a:chExt cx="265430" cy="317500"/>
          </a:xfrm>
        </p:grpSpPr>
        <p:sp>
          <p:nvSpPr>
            <p:cNvPr id="48" name="object 48"/>
            <p:cNvSpPr/>
            <p:nvPr/>
          </p:nvSpPr>
          <p:spPr>
            <a:xfrm>
              <a:off x="6933438" y="389255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9"/>
            <p:cNvSpPr/>
            <p:nvPr/>
          </p:nvSpPr>
          <p:spPr>
            <a:xfrm>
              <a:off x="6933438" y="389255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50"/>
          <p:cNvSpPr txBox="1"/>
          <p:nvPr/>
        </p:nvSpPr>
        <p:spPr>
          <a:xfrm>
            <a:off x="6989826" y="3880484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6969759" y="4326001"/>
            <a:ext cx="265430" cy="317500"/>
            <a:chOff x="6969759" y="4326001"/>
            <a:chExt cx="265430" cy="317500"/>
          </a:xfrm>
        </p:grpSpPr>
        <p:sp>
          <p:nvSpPr>
            <p:cNvPr id="52" name="object 52"/>
            <p:cNvSpPr/>
            <p:nvPr/>
          </p:nvSpPr>
          <p:spPr>
            <a:xfrm>
              <a:off x="6976109" y="433235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6976109" y="433235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4" name="object 54"/>
          <p:cNvSpPr txBox="1"/>
          <p:nvPr/>
        </p:nvSpPr>
        <p:spPr>
          <a:xfrm>
            <a:off x="7032752" y="1772158"/>
            <a:ext cx="2512695" cy="33108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1775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981</a:t>
            </a:r>
            <a:r>
              <a:rPr sz="1800" b="1" spc="-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Input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Feeding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45110" marR="5080" indent="-13970">
              <a:lnSpc>
                <a:spcPct val="155000"/>
              </a:lnSpc>
              <a:spcBef>
                <a:spcPts val="31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982</a:t>
            </a:r>
            <a:r>
              <a:rPr sz="1800" b="1" spc="-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Input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Feeding 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10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981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06375">
              <a:lnSpc>
                <a:spcPct val="100000"/>
              </a:lnSpc>
              <a:spcBef>
                <a:spcPts val="1095"/>
              </a:spcBef>
            </a:pP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20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981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30505">
              <a:lnSpc>
                <a:spcPct val="100000"/>
              </a:lnSpc>
              <a:spcBef>
                <a:spcPts val="1145"/>
              </a:spcBef>
            </a:pP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10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982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74320">
              <a:lnSpc>
                <a:spcPct val="100000"/>
              </a:lnSpc>
              <a:spcBef>
                <a:spcPts val="970"/>
              </a:spcBef>
            </a:pP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20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982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  <a:tabLst>
                <a:tab pos="33718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r>
              <a:rPr sz="18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Robot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(GP25-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12)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337185">
              <a:lnSpc>
                <a:spcPct val="100000"/>
              </a:lnSpc>
              <a:spcBef>
                <a:spcPts val="146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981</a:t>
            </a:r>
            <a:r>
              <a:rPr sz="1800" b="1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Output</a:t>
            </a:r>
            <a:endParaRPr sz="18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5907659" y="3470021"/>
            <a:ext cx="265430" cy="317500"/>
            <a:chOff x="5907659" y="3470021"/>
            <a:chExt cx="265430" cy="317500"/>
          </a:xfrm>
        </p:grpSpPr>
        <p:sp>
          <p:nvSpPr>
            <p:cNvPr id="56" name="object 56"/>
            <p:cNvSpPr/>
            <p:nvPr/>
          </p:nvSpPr>
          <p:spPr>
            <a:xfrm>
              <a:off x="5914009" y="347637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799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7"/>
            <p:cNvSpPr/>
            <p:nvPr/>
          </p:nvSpPr>
          <p:spPr>
            <a:xfrm>
              <a:off x="5914009" y="347637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799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8"/>
          <p:cNvSpPr txBox="1"/>
          <p:nvPr/>
        </p:nvSpPr>
        <p:spPr>
          <a:xfrm>
            <a:off x="5970523" y="346443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3394709" y="3206242"/>
            <a:ext cx="265430" cy="317500"/>
            <a:chOff x="3394709" y="3206242"/>
            <a:chExt cx="265430" cy="317500"/>
          </a:xfrm>
        </p:grpSpPr>
        <p:sp>
          <p:nvSpPr>
            <p:cNvPr id="60" name="object 60"/>
            <p:cNvSpPr/>
            <p:nvPr/>
          </p:nvSpPr>
          <p:spPr>
            <a:xfrm>
              <a:off x="3401059" y="321259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1" y="0"/>
                  </a:moveTo>
                  <a:lnTo>
                    <a:pt x="86270" y="7766"/>
                  </a:lnTo>
                  <a:lnTo>
                    <a:pt x="51654" y="29394"/>
                  </a:lnTo>
                  <a:lnTo>
                    <a:pt x="24347" y="62380"/>
                  </a:lnTo>
                  <a:lnTo>
                    <a:pt x="6434" y="104217"/>
                  </a:lnTo>
                  <a:lnTo>
                    <a:pt x="0" y="152400"/>
                  </a:lnTo>
                  <a:lnTo>
                    <a:pt x="6434" y="200582"/>
                  </a:lnTo>
                  <a:lnTo>
                    <a:pt x="24347" y="242419"/>
                  </a:lnTo>
                  <a:lnTo>
                    <a:pt x="51654" y="275405"/>
                  </a:lnTo>
                  <a:lnTo>
                    <a:pt x="86270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3401059" y="321259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4" y="104217"/>
                  </a:lnTo>
                  <a:lnTo>
                    <a:pt x="24347" y="62380"/>
                  </a:lnTo>
                  <a:lnTo>
                    <a:pt x="51654" y="29394"/>
                  </a:lnTo>
                  <a:lnTo>
                    <a:pt x="86270" y="7766"/>
                  </a:lnTo>
                  <a:lnTo>
                    <a:pt x="126111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70" y="297033"/>
                  </a:lnTo>
                  <a:lnTo>
                    <a:pt x="51654" y="275405"/>
                  </a:lnTo>
                  <a:lnTo>
                    <a:pt x="24347" y="242419"/>
                  </a:lnTo>
                  <a:lnTo>
                    <a:pt x="6434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2" name="object 62"/>
          <p:cNvSpPr txBox="1"/>
          <p:nvPr/>
        </p:nvSpPr>
        <p:spPr>
          <a:xfrm>
            <a:off x="3457194" y="320052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3" name="object 63"/>
          <p:cNvGrpSpPr/>
          <p:nvPr/>
        </p:nvGrpSpPr>
        <p:grpSpPr>
          <a:xfrm>
            <a:off x="4489958" y="2653919"/>
            <a:ext cx="265430" cy="317500"/>
            <a:chOff x="4489958" y="2653919"/>
            <a:chExt cx="265430" cy="317500"/>
          </a:xfrm>
        </p:grpSpPr>
        <p:sp>
          <p:nvSpPr>
            <p:cNvPr id="64" name="object 64"/>
            <p:cNvSpPr/>
            <p:nvPr/>
          </p:nvSpPr>
          <p:spPr>
            <a:xfrm>
              <a:off x="4496308" y="266026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5"/>
            <p:cNvSpPr/>
            <p:nvPr/>
          </p:nvSpPr>
          <p:spPr>
            <a:xfrm>
              <a:off x="4496308" y="266026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6" name="object 66"/>
          <p:cNvSpPr txBox="1"/>
          <p:nvPr/>
        </p:nvSpPr>
        <p:spPr>
          <a:xfrm>
            <a:off x="4552569" y="264820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4905502" y="2886582"/>
            <a:ext cx="265430" cy="317500"/>
            <a:chOff x="4905502" y="2886582"/>
            <a:chExt cx="265430" cy="317500"/>
          </a:xfrm>
        </p:grpSpPr>
        <p:sp>
          <p:nvSpPr>
            <p:cNvPr id="68" name="object 68"/>
            <p:cNvSpPr/>
            <p:nvPr/>
          </p:nvSpPr>
          <p:spPr>
            <a:xfrm>
              <a:off x="4911852" y="28929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65"/>
                  </a:lnTo>
                  <a:lnTo>
                    <a:pt x="228120" y="62435"/>
                  </a:lnTo>
                  <a:lnTo>
                    <a:pt x="200794" y="29431"/>
                  </a:lnTo>
                  <a:lnTo>
                    <a:pt x="166140" y="7778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9"/>
            <p:cNvSpPr/>
            <p:nvPr/>
          </p:nvSpPr>
          <p:spPr>
            <a:xfrm>
              <a:off x="4911852" y="28929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7" y="0"/>
                  </a:lnTo>
                  <a:lnTo>
                    <a:pt x="166140" y="7778"/>
                  </a:lnTo>
                  <a:lnTo>
                    <a:pt x="200794" y="29431"/>
                  </a:lnTo>
                  <a:lnTo>
                    <a:pt x="228120" y="62435"/>
                  </a:lnTo>
                  <a:lnTo>
                    <a:pt x="246040" y="104265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0" name="object 70"/>
          <p:cNvSpPr txBox="1"/>
          <p:nvPr/>
        </p:nvSpPr>
        <p:spPr>
          <a:xfrm>
            <a:off x="4967985" y="2880436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6956297" y="4756658"/>
            <a:ext cx="265430" cy="317500"/>
            <a:chOff x="6956297" y="4756658"/>
            <a:chExt cx="265430" cy="317500"/>
          </a:xfrm>
        </p:grpSpPr>
        <p:sp>
          <p:nvSpPr>
            <p:cNvPr id="72" name="object 72"/>
            <p:cNvSpPr/>
            <p:nvPr/>
          </p:nvSpPr>
          <p:spPr>
            <a:xfrm>
              <a:off x="6962647" y="476300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3"/>
            <p:cNvSpPr/>
            <p:nvPr/>
          </p:nvSpPr>
          <p:spPr>
            <a:xfrm>
              <a:off x="6962647" y="476300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4" name="object 74"/>
          <p:cNvSpPr txBox="1"/>
          <p:nvPr/>
        </p:nvSpPr>
        <p:spPr>
          <a:xfrm>
            <a:off x="7019035" y="475132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6956297" y="5231510"/>
            <a:ext cx="265430" cy="317500"/>
            <a:chOff x="6956297" y="5231510"/>
            <a:chExt cx="265430" cy="317500"/>
          </a:xfrm>
        </p:grpSpPr>
        <p:sp>
          <p:nvSpPr>
            <p:cNvPr id="76" name="object 76"/>
            <p:cNvSpPr/>
            <p:nvPr/>
          </p:nvSpPr>
          <p:spPr>
            <a:xfrm>
              <a:off x="6962647" y="52378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7"/>
            <p:cNvSpPr/>
            <p:nvPr/>
          </p:nvSpPr>
          <p:spPr>
            <a:xfrm>
              <a:off x="6962647" y="52378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8" name="object 78"/>
          <p:cNvSpPr txBox="1"/>
          <p:nvPr/>
        </p:nvSpPr>
        <p:spPr>
          <a:xfrm>
            <a:off x="7019035" y="522617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7357618" y="5258180"/>
            <a:ext cx="1624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982</a:t>
            </a:r>
            <a:r>
              <a:rPr sz="1800" b="1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Output</a:t>
            </a:r>
            <a:endParaRPr sz="18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80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HELICAL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81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</a:t>
            </a: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etail view for 4 M/C with 1 robot</a:t>
            </a:r>
            <a:endParaRPr lang="en-IN" altLang="en-US" sz="2500" b="1" dirty="0">
              <a:solidFill>
                <a:srgbClr val="1A2433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0" y="870585"/>
          <a:ext cx="12190730" cy="4836160"/>
        </p:xfrm>
        <a:graphic>
          <a:graphicData uri="http://schemas.openxmlformats.org/drawingml/2006/table">
            <a:tbl>
              <a:tblPr/>
              <a:tblGrid>
                <a:gridCol w="3136265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  <a:gridCol w="422275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</a:tblGrid>
              <a:tr h="314325">
                <a:tc gridSpan="25">
                  <a:txBody>
                    <a:bodyPr/>
                    <a:p>
                      <a:pPr algn="ctr" fontAlgn="ctr"/>
                      <a:r>
                        <a:rPr lang="en-IN"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HELICAL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LINE ACTIVITY CHART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EE796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p>
                      <a:pPr algn="l" fontAlgn="b"/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Jun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Aug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Sep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Oct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Nov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Week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10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15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16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18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23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24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9125">
                <a:tc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Receipt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of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Purchase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order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/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LOI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11200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Detailed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layout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,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Drawing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and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BOQ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submission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for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Approval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Mechanical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Electrical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Mechanical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76910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-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Electrical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(including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Panel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interface)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Internal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Trials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(no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load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test)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FAT 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Test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I&amp;C</a:t>
                      </a:r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 anchorCtr="0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3574415" y="5869305"/>
            <a:ext cx="52057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sz="2400" b="1">
                <a:highlight>
                  <a:srgbClr val="FFFF00"/>
                </a:highlight>
              </a:rPr>
              <a:t>Current status -  DAP Submission</a:t>
            </a:r>
            <a:endParaRPr lang="en-IN" altLang="en-US" sz="2400" b="1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MACHINE READINESS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SCHEDULE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No of manpower reduce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BOM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ROI CALCULATION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1560830" y="982345"/>
            <a:ext cx="8961120" cy="4194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3" name="HBg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4" name="HBg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5" name="HBg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6" name="HT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Parameter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7" name="HT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Calculation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8" name="HT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Value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9" name="RBg0_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0" name="RBg0_1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1" name="RBg0_2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2" name="P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Machines Automated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3" name="C0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14" name="V0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5" name="RBg1_0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6" name="RBg1_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p>
            <a:endParaRPr lang="en-GB" altLang="en-US" sz="1000"/>
          </a:p>
        </p:txBody>
      </p:sp>
      <p:sp>
        <p:nvSpPr>
          <p:cNvPr id="217" name="RBg1_2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8" name="P1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Cobots Used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9" name="C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0" name="V1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4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1" name="RBg2_0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2" name="RBg2_1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3" name="RBg2_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4" name="P2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per Shift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5" name="C2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6" name="V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7" name="RBg3_0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8" name="RBg3_1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9" name="RBg3_2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0" name="P3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Shifts per Day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1" name="C3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2" name="V3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3" name="RBg4_0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4" name="RBg4_1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5" name="RBg4_2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6" name="P4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Operators / Day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7" name="C4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10 × 3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8" name="V4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9" name="RBg5_0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0" name="RBg5_1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1" name="RBg5_2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2" name="P5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Salary per Operator per Month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3" name="C5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44" name="V5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22,000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5" name="RBg6_0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6" name="RBg6_1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7" name="RBg6_2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8" name="P6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Monthly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9" name="C6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0" name="V6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6,60,000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1" name="RBg7_0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2" name="RBg7_1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3" name="RBg7_2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4" name="P7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Annual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55" name="C7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6,60,000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6" name="V7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79,20,000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7" name="RBg8_0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8" name="RBg8_1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9" name="RBg8_2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0" name="P8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1" name="C8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2" name="V8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3" name="RBg9_0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4" name="RBg9_1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5" name="RBg9_2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6" name="P9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Monthly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7" name="C9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4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8" name="V9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88,000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9" name="RBg10_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0" name="RBg10_1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1" name="RBg10_2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2" name="P1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3" name="C10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88,000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74" name="V10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10,56,000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5" name="RBg11_0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6" name="RBg11_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7" name="RBg11_2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8" name="P11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Savings Due to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9" name="C1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79,20,000 - 10,56,000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0" name="V11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68,64,000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1" name="RBg12_0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2" name="RBg12_1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3" name="RBg12_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4" name="P12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Automation Project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85" name="C12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6" name="V1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1,46,19,000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7" name="RBg13_0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8" name="RBg13_1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9" name="RBg13_2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0" name="P13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(Years)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1" name="C13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₹ 1,46,19,000 ÷ ₹ 68,64,000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2" name="V13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2.1 Years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3" name="RBg14_0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4" name="RBg14_1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5" name="RBg14_2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6" name="P14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(Months)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7" name="C14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2.1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8" name="V14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25 Months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9" name="RBg15_0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0" name="RBg15_1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1" name="RBg15_2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2" name="P15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 Reduction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3" name="C15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30 - 4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04" name="V15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26 Operators Reduced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5" name="RBg16_0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6" name="RBg16_1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7" name="RBg16_2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8" name="P16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Savings After 5 Years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9" name="C16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(₹ 68,64,000 × 5) - ₹ 1,46,19,000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10" name="V16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1,97,01,000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PO DETAILS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80645" y="908685"/>
          <a:ext cx="11880215" cy="4544695"/>
        </p:xfrm>
        <a:graphic>
          <a:graphicData uri="http://schemas.openxmlformats.org/drawingml/2006/table">
            <a:tbl>
              <a:tblPr/>
              <a:tblGrid>
                <a:gridCol w="522605"/>
                <a:gridCol w="1044575"/>
                <a:gridCol w="913130"/>
                <a:gridCol w="2480945"/>
                <a:gridCol w="1043940"/>
                <a:gridCol w="1305560"/>
                <a:gridCol w="1305560"/>
                <a:gridCol w="1306195"/>
                <a:gridCol w="1043940"/>
                <a:gridCol w="913765"/>
              </a:tblGrid>
              <a:tr h="904875">
                <a:tc gridSpan="10"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INVOICING PLAN – STELLANTIS ROBOTIC LINE PROJECT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0678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PO Value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%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 Payment Description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Amount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Invoice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Status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Remark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to Supplier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Mar-2026 (PO date)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3575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Delivery at Site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Jun-2026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Installation &amp; Commissioning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Jul-2026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4845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IN" altLang="en-US" sz="9000" b="1" dirty="0">
              <a:solidFill>
                <a:srgbClr val="5A87AD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5A87AD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Ather line</a:t>
            </a: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Machine Tending </a:t>
            </a:r>
            <a:endParaRPr lang="en-US" sz="3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</a:t>
            </a: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THER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2" name="object 5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67105" y="1731137"/>
            <a:ext cx="9671050" cy="4388231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222250" y="1074420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Isometric Layout</a:t>
            </a:r>
            <a:endParaRPr lang="en-US" sz="2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</a:t>
            </a: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THER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2" name="object 2"/>
          <p:cNvPicPr/>
          <p:nvPr/>
        </p:nvPicPr>
        <p:blipFill>
          <a:blip r:embed="rId1" cstate="print"/>
          <a:srcRect r="36901"/>
          <a:stretch>
            <a:fillRect/>
          </a:stretch>
        </p:blipFill>
        <p:spPr>
          <a:xfrm>
            <a:off x="576580" y="3714750"/>
            <a:ext cx="7194550" cy="2597150"/>
          </a:xfrm>
          <a:prstGeom prst="rect">
            <a:avLst/>
          </a:prstGeom>
        </p:spPr>
      </p:pic>
      <p:grpSp>
        <p:nvGrpSpPr>
          <p:cNvPr id="8" name="object 5"/>
          <p:cNvGrpSpPr/>
          <p:nvPr/>
        </p:nvGrpSpPr>
        <p:grpSpPr>
          <a:xfrm>
            <a:off x="627202" y="4439920"/>
            <a:ext cx="265430" cy="317500"/>
            <a:chOff x="627202" y="4439920"/>
            <a:chExt cx="265430" cy="317500"/>
          </a:xfrm>
        </p:grpSpPr>
        <p:sp>
          <p:nvSpPr>
            <p:cNvPr id="9" name="object 6"/>
            <p:cNvSpPr/>
            <p:nvPr/>
          </p:nvSpPr>
          <p:spPr>
            <a:xfrm>
              <a:off x="633552" y="44462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25" y="0"/>
                  </a:moveTo>
                  <a:lnTo>
                    <a:pt x="86329" y="7766"/>
                  </a:lnTo>
                  <a:lnTo>
                    <a:pt x="51679" y="29394"/>
                  </a:lnTo>
                  <a:lnTo>
                    <a:pt x="24354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4" y="242419"/>
                  </a:lnTo>
                  <a:lnTo>
                    <a:pt x="51679" y="275405"/>
                  </a:lnTo>
                  <a:lnTo>
                    <a:pt x="86329" y="297033"/>
                  </a:lnTo>
                  <a:lnTo>
                    <a:pt x="126225" y="304799"/>
                  </a:lnTo>
                  <a:lnTo>
                    <a:pt x="166115" y="297033"/>
                  </a:lnTo>
                  <a:lnTo>
                    <a:pt x="200761" y="275405"/>
                  </a:lnTo>
                  <a:lnTo>
                    <a:pt x="228083" y="242419"/>
                  </a:lnTo>
                  <a:lnTo>
                    <a:pt x="246002" y="200582"/>
                  </a:lnTo>
                  <a:lnTo>
                    <a:pt x="252437" y="152399"/>
                  </a:lnTo>
                  <a:lnTo>
                    <a:pt x="246002" y="104217"/>
                  </a:lnTo>
                  <a:lnTo>
                    <a:pt x="228083" y="62380"/>
                  </a:lnTo>
                  <a:lnTo>
                    <a:pt x="200761" y="29394"/>
                  </a:lnTo>
                  <a:lnTo>
                    <a:pt x="166115" y="7766"/>
                  </a:lnTo>
                  <a:lnTo>
                    <a:pt x="126225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7"/>
            <p:cNvSpPr/>
            <p:nvPr/>
          </p:nvSpPr>
          <p:spPr>
            <a:xfrm>
              <a:off x="633552" y="44462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4" y="62380"/>
                  </a:lnTo>
                  <a:lnTo>
                    <a:pt x="51679" y="29394"/>
                  </a:lnTo>
                  <a:lnTo>
                    <a:pt x="86329" y="7766"/>
                  </a:lnTo>
                  <a:lnTo>
                    <a:pt x="126225" y="0"/>
                  </a:lnTo>
                  <a:lnTo>
                    <a:pt x="166115" y="7766"/>
                  </a:lnTo>
                  <a:lnTo>
                    <a:pt x="200761" y="29394"/>
                  </a:lnTo>
                  <a:lnTo>
                    <a:pt x="228083" y="62380"/>
                  </a:lnTo>
                  <a:lnTo>
                    <a:pt x="246002" y="104217"/>
                  </a:lnTo>
                  <a:lnTo>
                    <a:pt x="252437" y="152399"/>
                  </a:lnTo>
                  <a:lnTo>
                    <a:pt x="246002" y="200582"/>
                  </a:lnTo>
                  <a:lnTo>
                    <a:pt x="228083" y="242419"/>
                  </a:lnTo>
                  <a:lnTo>
                    <a:pt x="200761" y="275405"/>
                  </a:lnTo>
                  <a:lnTo>
                    <a:pt x="166115" y="297033"/>
                  </a:lnTo>
                  <a:lnTo>
                    <a:pt x="126225" y="304799"/>
                  </a:lnTo>
                  <a:lnTo>
                    <a:pt x="86329" y="297033"/>
                  </a:lnTo>
                  <a:lnTo>
                    <a:pt x="51679" y="275405"/>
                  </a:lnTo>
                  <a:lnTo>
                    <a:pt x="24354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8"/>
          <p:cNvSpPr txBox="1"/>
          <p:nvPr/>
        </p:nvSpPr>
        <p:spPr>
          <a:xfrm>
            <a:off x="689254" y="443458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" name="object 9"/>
          <p:cNvGrpSpPr/>
          <p:nvPr/>
        </p:nvGrpSpPr>
        <p:grpSpPr>
          <a:xfrm>
            <a:off x="1301877" y="5129529"/>
            <a:ext cx="265430" cy="317500"/>
            <a:chOff x="1301877" y="5129529"/>
            <a:chExt cx="265430" cy="317500"/>
          </a:xfrm>
        </p:grpSpPr>
        <p:sp>
          <p:nvSpPr>
            <p:cNvPr id="13" name="object 10"/>
            <p:cNvSpPr/>
            <p:nvPr/>
          </p:nvSpPr>
          <p:spPr>
            <a:xfrm>
              <a:off x="1308227" y="51358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1"/>
            <p:cNvSpPr/>
            <p:nvPr/>
          </p:nvSpPr>
          <p:spPr>
            <a:xfrm>
              <a:off x="1308227" y="51358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5" name="object 12"/>
          <p:cNvGrpSpPr/>
          <p:nvPr/>
        </p:nvGrpSpPr>
        <p:grpSpPr>
          <a:xfrm>
            <a:off x="1299463" y="4707635"/>
            <a:ext cx="265430" cy="317500"/>
            <a:chOff x="1299463" y="4707635"/>
            <a:chExt cx="265430" cy="317500"/>
          </a:xfrm>
        </p:grpSpPr>
        <p:sp>
          <p:nvSpPr>
            <p:cNvPr id="16" name="object 13"/>
            <p:cNvSpPr/>
            <p:nvPr/>
          </p:nvSpPr>
          <p:spPr>
            <a:xfrm>
              <a:off x="1305813" y="471398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111" y="0"/>
                  </a:moveTo>
                  <a:lnTo>
                    <a:pt x="86270" y="7766"/>
                  </a:lnTo>
                  <a:lnTo>
                    <a:pt x="51654" y="29394"/>
                  </a:lnTo>
                  <a:lnTo>
                    <a:pt x="24347" y="62380"/>
                  </a:lnTo>
                  <a:lnTo>
                    <a:pt x="6434" y="104217"/>
                  </a:lnTo>
                  <a:lnTo>
                    <a:pt x="0" y="152400"/>
                  </a:lnTo>
                  <a:lnTo>
                    <a:pt x="6434" y="200582"/>
                  </a:lnTo>
                  <a:lnTo>
                    <a:pt x="24347" y="242419"/>
                  </a:lnTo>
                  <a:lnTo>
                    <a:pt x="51654" y="275405"/>
                  </a:lnTo>
                  <a:lnTo>
                    <a:pt x="86270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4"/>
            <p:cNvSpPr/>
            <p:nvPr/>
          </p:nvSpPr>
          <p:spPr>
            <a:xfrm>
              <a:off x="1305813" y="471398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4" y="104217"/>
                  </a:lnTo>
                  <a:lnTo>
                    <a:pt x="24347" y="62380"/>
                  </a:lnTo>
                  <a:lnTo>
                    <a:pt x="51654" y="29394"/>
                  </a:lnTo>
                  <a:lnTo>
                    <a:pt x="86270" y="7766"/>
                  </a:lnTo>
                  <a:lnTo>
                    <a:pt x="126111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70" y="297033"/>
                  </a:lnTo>
                  <a:lnTo>
                    <a:pt x="51654" y="275405"/>
                  </a:lnTo>
                  <a:lnTo>
                    <a:pt x="24347" y="242419"/>
                  </a:lnTo>
                  <a:lnTo>
                    <a:pt x="6434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5"/>
          <p:cNvSpPr txBox="1"/>
          <p:nvPr/>
        </p:nvSpPr>
        <p:spPr>
          <a:xfrm>
            <a:off x="1361694" y="4555355"/>
            <a:ext cx="144145" cy="868680"/>
          </a:xfrm>
          <a:prstGeom prst="rect">
            <a:avLst/>
          </a:prstGeom>
        </p:spPr>
        <p:txBody>
          <a:bodyPr vert="horz" wrap="square" lIns="0" tIns="1593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5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4605">
              <a:lnSpc>
                <a:spcPct val="100000"/>
              </a:lnSpc>
              <a:spcBef>
                <a:spcPts val="116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9" name="object 16"/>
          <p:cNvGrpSpPr/>
          <p:nvPr/>
        </p:nvGrpSpPr>
        <p:grpSpPr>
          <a:xfrm>
            <a:off x="1239824" y="3859657"/>
            <a:ext cx="265430" cy="317500"/>
            <a:chOff x="1239824" y="3859657"/>
            <a:chExt cx="265430" cy="317500"/>
          </a:xfrm>
        </p:grpSpPr>
        <p:sp>
          <p:nvSpPr>
            <p:cNvPr id="20" name="object 17"/>
            <p:cNvSpPr/>
            <p:nvPr/>
          </p:nvSpPr>
          <p:spPr>
            <a:xfrm>
              <a:off x="1246174" y="386600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187" y="0"/>
                  </a:moveTo>
                  <a:lnTo>
                    <a:pt x="86290" y="7766"/>
                  </a:lnTo>
                  <a:lnTo>
                    <a:pt x="51648" y="29394"/>
                  </a:lnTo>
                  <a:lnTo>
                    <a:pt x="24337" y="62380"/>
                  </a:lnTo>
                  <a:lnTo>
                    <a:pt x="6430" y="104217"/>
                  </a:lnTo>
                  <a:lnTo>
                    <a:pt x="0" y="152400"/>
                  </a:lnTo>
                  <a:lnTo>
                    <a:pt x="6430" y="200582"/>
                  </a:lnTo>
                  <a:lnTo>
                    <a:pt x="24337" y="242419"/>
                  </a:lnTo>
                  <a:lnTo>
                    <a:pt x="51648" y="275405"/>
                  </a:lnTo>
                  <a:lnTo>
                    <a:pt x="86290" y="297033"/>
                  </a:lnTo>
                  <a:lnTo>
                    <a:pt x="126187" y="304800"/>
                  </a:lnTo>
                  <a:lnTo>
                    <a:pt x="166089" y="297033"/>
                  </a:lnTo>
                  <a:lnTo>
                    <a:pt x="200743" y="275405"/>
                  </a:lnTo>
                  <a:lnTo>
                    <a:pt x="228069" y="242419"/>
                  </a:lnTo>
                  <a:lnTo>
                    <a:pt x="245989" y="200582"/>
                  </a:lnTo>
                  <a:lnTo>
                    <a:pt x="252425" y="152400"/>
                  </a:lnTo>
                  <a:lnTo>
                    <a:pt x="245989" y="104217"/>
                  </a:lnTo>
                  <a:lnTo>
                    <a:pt x="228069" y="62380"/>
                  </a:lnTo>
                  <a:lnTo>
                    <a:pt x="200743" y="29394"/>
                  </a:lnTo>
                  <a:lnTo>
                    <a:pt x="166089" y="7766"/>
                  </a:lnTo>
                  <a:lnTo>
                    <a:pt x="12618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18"/>
            <p:cNvSpPr/>
            <p:nvPr/>
          </p:nvSpPr>
          <p:spPr>
            <a:xfrm>
              <a:off x="1246174" y="386600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0" y="104217"/>
                  </a:lnTo>
                  <a:lnTo>
                    <a:pt x="24337" y="62380"/>
                  </a:lnTo>
                  <a:lnTo>
                    <a:pt x="51648" y="29394"/>
                  </a:lnTo>
                  <a:lnTo>
                    <a:pt x="86290" y="7766"/>
                  </a:lnTo>
                  <a:lnTo>
                    <a:pt x="126187" y="0"/>
                  </a:lnTo>
                  <a:lnTo>
                    <a:pt x="166089" y="7766"/>
                  </a:lnTo>
                  <a:lnTo>
                    <a:pt x="200743" y="29394"/>
                  </a:lnTo>
                  <a:lnTo>
                    <a:pt x="228069" y="62380"/>
                  </a:lnTo>
                  <a:lnTo>
                    <a:pt x="245989" y="104217"/>
                  </a:lnTo>
                  <a:lnTo>
                    <a:pt x="252425" y="152400"/>
                  </a:lnTo>
                  <a:lnTo>
                    <a:pt x="245989" y="200582"/>
                  </a:lnTo>
                  <a:lnTo>
                    <a:pt x="228069" y="242419"/>
                  </a:lnTo>
                  <a:lnTo>
                    <a:pt x="200743" y="275405"/>
                  </a:lnTo>
                  <a:lnTo>
                    <a:pt x="166089" y="297033"/>
                  </a:lnTo>
                  <a:lnTo>
                    <a:pt x="126187" y="304800"/>
                  </a:lnTo>
                  <a:lnTo>
                    <a:pt x="86290" y="297033"/>
                  </a:lnTo>
                  <a:lnTo>
                    <a:pt x="51648" y="275405"/>
                  </a:lnTo>
                  <a:lnTo>
                    <a:pt x="24337" y="242419"/>
                  </a:lnTo>
                  <a:lnTo>
                    <a:pt x="6430" y="200582"/>
                  </a:lnTo>
                  <a:lnTo>
                    <a:pt x="0" y="152400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19"/>
          <p:cNvSpPr txBox="1"/>
          <p:nvPr/>
        </p:nvSpPr>
        <p:spPr>
          <a:xfrm>
            <a:off x="1301877" y="385432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3" name="object 20"/>
          <p:cNvGrpSpPr/>
          <p:nvPr/>
        </p:nvGrpSpPr>
        <p:grpSpPr>
          <a:xfrm>
            <a:off x="1824735" y="4548885"/>
            <a:ext cx="265430" cy="317500"/>
            <a:chOff x="1824735" y="4548885"/>
            <a:chExt cx="265430" cy="317500"/>
          </a:xfrm>
        </p:grpSpPr>
        <p:sp>
          <p:nvSpPr>
            <p:cNvPr id="24" name="object 21"/>
            <p:cNvSpPr/>
            <p:nvPr/>
          </p:nvSpPr>
          <p:spPr>
            <a:xfrm>
              <a:off x="1831085" y="45552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111" y="0"/>
                  </a:moveTo>
                  <a:lnTo>
                    <a:pt x="86270" y="7766"/>
                  </a:lnTo>
                  <a:lnTo>
                    <a:pt x="51654" y="29394"/>
                  </a:lnTo>
                  <a:lnTo>
                    <a:pt x="24347" y="62380"/>
                  </a:lnTo>
                  <a:lnTo>
                    <a:pt x="6434" y="104217"/>
                  </a:lnTo>
                  <a:lnTo>
                    <a:pt x="0" y="152400"/>
                  </a:lnTo>
                  <a:lnTo>
                    <a:pt x="6434" y="200582"/>
                  </a:lnTo>
                  <a:lnTo>
                    <a:pt x="24347" y="242419"/>
                  </a:lnTo>
                  <a:lnTo>
                    <a:pt x="51654" y="275405"/>
                  </a:lnTo>
                  <a:lnTo>
                    <a:pt x="86270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2"/>
            <p:cNvSpPr/>
            <p:nvPr/>
          </p:nvSpPr>
          <p:spPr>
            <a:xfrm>
              <a:off x="1831085" y="45552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4" y="104217"/>
                  </a:lnTo>
                  <a:lnTo>
                    <a:pt x="24347" y="62380"/>
                  </a:lnTo>
                  <a:lnTo>
                    <a:pt x="51654" y="29394"/>
                  </a:lnTo>
                  <a:lnTo>
                    <a:pt x="86270" y="7766"/>
                  </a:lnTo>
                  <a:lnTo>
                    <a:pt x="126111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70" y="297033"/>
                  </a:lnTo>
                  <a:lnTo>
                    <a:pt x="51654" y="275405"/>
                  </a:lnTo>
                  <a:lnTo>
                    <a:pt x="24347" y="242419"/>
                  </a:lnTo>
                  <a:lnTo>
                    <a:pt x="6434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3"/>
          <p:cNvSpPr txBox="1"/>
          <p:nvPr/>
        </p:nvSpPr>
        <p:spPr>
          <a:xfrm>
            <a:off x="1886839" y="454342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7" name="object 24"/>
          <p:cNvGrpSpPr/>
          <p:nvPr/>
        </p:nvGrpSpPr>
        <p:grpSpPr>
          <a:xfrm>
            <a:off x="2891027" y="5563234"/>
            <a:ext cx="265430" cy="317500"/>
            <a:chOff x="2891027" y="5563234"/>
            <a:chExt cx="265430" cy="317500"/>
          </a:xfrm>
        </p:grpSpPr>
        <p:sp>
          <p:nvSpPr>
            <p:cNvPr id="28" name="object 25"/>
            <p:cNvSpPr/>
            <p:nvPr/>
          </p:nvSpPr>
          <p:spPr>
            <a:xfrm>
              <a:off x="2897377" y="556958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8" y="0"/>
                  </a:moveTo>
                  <a:lnTo>
                    <a:pt x="86335" y="7769"/>
                  </a:lnTo>
                  <a:lnTo>
                    <a:pt x="51681" y="29405"/>
                  </a:lnTo>
                  <a:lnTo>
                    <a:pt x="24355" y="62396"/>
                  </a:lnTo>
                  <a:lnTo>
                    <a:pt x="6435" y="104231"/>
                  </a:lnTo>
                  <a:lnTo>
                    <a:pt x="0" y="152399"/>
                  </a:lnTo>
                  <a:lnTo>
                    <a:pt x="6435" y="200568"/>
                  </a:lnTo>
                  <a:lnTo>
                    <a:pt x="24355" y="242403"/>
                  </a:lnTo>
                  <a:lnTo>
                    <a:pt x="51681" y="275394"/>
                  </a:lnTo>
                  <a:lnTo>
                    <a:pt x="86335" y="297030"/>
                  </a:lnTo>
                  <a:lnTo>
                    <a:pt x="126238" y="304799"/>
                  </a:lnTo>
                  <a:lnTo>
                    <a:pt x="166140" y="297030"/>
                  </a:lnTo>
                  <a:lnTo>
                    <a:pt x="200794" y="275394"/>
                  </a:lnTo>
                  <a:lnTo>
                    <a:pt x="228120" y="242403"/>
                  </a:lnTo>
                  <a:lnTo>
                    <a:pt x="246040" y="200568"/>
                  </a:lnTo>
                  <a:lnTo>
                    <a:pt x="252476" y="152399"/>
                  </a:lnTo>
                  <a:lnTo>
                    <a:pt x="246040" y="104231"/>
                  </a:lnTo>
                  <a:lnTo>
                    <a:pt x="228120" y="62396"/>
                  </a:lnTo>
                  <a:lnTo>
                    <a:pt x="200794" y="29405"/>
                  </a:lnTo>
                  <a:lnTo>
                    <a:pt x="166140" y="7769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6"/>
            <p:cNvSpPr/>
            <p:nvPr/>
          </p:nvSpPr>
          <p:spPr>
            <a:xfrm>
              <a:off x="2897377" y="556958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31"/>
                  </a:lnTo>
                  <a:lnTo>
                    <a:pt x="24355" y="62396"/>
                  </a:lnTo>
                  <a:lnTo>
                    <a:pt x="51681" y="29405"/>
                  </a:lnTo>
                  <a:lnTo>
                    <a:pt x="86335" y="7769"/>
                  </a:lnTo>
                  <a:lnTo>
                    <a:pt x="126238" y="0"/>
                  </a:lnTo>
                  <a:lnTo>
                    <a:pt x="166140" y="7769"/>
                  </a:lnTo>
                  <a:lnTo>
                    <a:pt x="200794" y="29405"/>
                  </a:lnTo>
                  <a:lnTo>
                    <a:pt x="228120" y="62396"/>
                  </a:lnTo>
                  <a:lnTo>
                    <a:pt x="246040" y="104231"/>
                  </a:lnTo>
                  <a:lnTo>
                    <a:pt x="252476" y="152399"/>
                  </a:lnTo>
                  <a:lnTo>
                    <a:pt x="246040" y="200568"/>
                  </a:lnTo>
                  <a:lnTo>
                    <a:pt x="228120" y="242403"/>
                  </a:lnTo>
                  <a:lnTo>
                    <a:pt x="200794" y="275394"/>
                  </a:lnTo>
                  <a:lnTo>
                    <a:pt x="166140" y="297030"/>
                  </a:lnTo>
                  <a:lnTo>
                    <a:pt x="126238" y="304799"/>
                  </a:lnTo>
                  <a:lnTo>
                    <a:pt x="86335" y="297030"/>
                  </a:lnTo>
                  <a:lnTo>
                    <a:pt x="51681" y="275394"/>
                  </a:lnTo>
                  <a:lnTo>
                    <a:pt x="24355" y="242403"/>
                  </a:lnTo>
                  <a:lnTo>
                    <a:pt x="6435" y="200568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0" name="object 27"/>
          <p:cNvSpPr txBox="1"/>
          <p:nvPr/>
        </p:nvSpPr>
        <p:spPr>
          <a:xfrm>
            <a:off x="2953257" y="555812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1" name="object 28"/>
          <p:cNvGrpSpPr/>
          <p:nvPr/>
        </p:nvGrpSpPr>
        <p:grpSpPr>
          <a:xfrm>
            <a:off x="2524251" y="4794503"/>
            <a:ext cx="265430" cy="317500"/>
            <a:chOff x="2524251" y="4794503"/>
            <a:chExt cx="265430" cy="317500"/>
          </a:xfrm>
        </p:grpSpPr>
        <p:sp>
          <p:nvSpPr>
            <p:cNvPr id="32" name="object 29"/>
            <p:cNvSpPr/>
            <p:nvPr/>
          </p:nvSpPr>
          <p:spPr>
            <a:xfrm>
              <a:off x="2530601" y="480085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0"/>
            <p:cNvSpPr/>
            <p:nvPr/>
          </p:nvSpPr>
          <p:spPr>
            <a:xfrm>
              <a:off x="2530601" y="480085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1"/>
          <p:cNvSpPr txBox="1"/>
          <p:nvPr/>
        </p:nvSpPr>
        <p:spPr>
          <a:xfrm>
            <a:off x="2586608" y="4789170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5" name="object 32"/>
          <p:cNvGrpSpPr/>
          <p:nvPr/>
        </p:nvGrpSpPr>
        <p:grpSpPr>
          <a:xfrm>
            <a:off x="3099307" y="4824729"/>
            <a:ext cx="265430" cy="317500"/>
            <a:chOff x="3099307" y="4824729"/>
            <a:chExt cx="265430" cy="317500"/>
          </a:xfrm>
        </p:grpSpPr>
        <p:sp>
          <p:nvSpPr>
            <p:cNvPr id="36" name="object 33"/>
            <p:cNvSpPr/>
            <p:nvPr/>
          </p:nvSpPr>
          <p:spPr>
            <a:xfrm>
              <a:off x="3105657" y="48310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6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7" name="object 34"/>
            <p:cNvSpPr/>
            <p:nvPr/>
          </p:nvSpPr>
          <p:spPr>
            <a:xfrm>
              <a:off x="3105657" y="48310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6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8" name="object 35"/>
          <p:cNvSpPr txBox="1"/>
          <p:nvPr/>
        </p:nvSpPr>
        <p:spPr>
          <a:xfrm>
            <a:off x="3161792" y="481926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9" name="object 36"/>
          <p:cNvGrpSpPr/>
          <p:nvPr/>
        </p:nvGrpSpPr>
        <p:grpSpPr>
          <a:xfrm>
            <a:off x="2701163" y="3860546"/>
            <a:ext cx="265430" cy="317500"/>
            <a:chOff x="2701163" y="3860546"/>
            <a:chExt cx="265430" cy="317500"/>
          </a:xfrm>
        </p:grpSpPr>
        <p:sp>
          <p:nvSpPr>
            <p:cNvPr id="40" name="object 37"/>
            <p:cNvSpPr/>
            <p:nvPr/>
          </p:nvSpPr>
          <p:spPr>
            <a:xfrm>
              <a:off x="2707513" y="386689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799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1" name="object 38"/>
            <p:cNvSpPr/>
            <p:nvPr/>
          </p:nvSpPr>
          <p:spPr>
            <a:xfrm>
              <a:off x="2707513" y="386689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2" name="object 39"/>
          <p:cNvSpPr txBox="1"/>
          <p:nvPr/>
        </p:nvSpPr>
        <p:spPr>
          <a:xfrm>
            <a:off x="2763392" y="385495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3" name="object 40"/>
          <p:cNvGrpSpPr/>
          <p:nvPr/>
        </p:nvGrpSpPr>
        <p:grpSpPr>
          <a:xfrm>
            <a:off x="2182876" y="4509770"/>
            <a:ext cx="264795" cy="297815"/>
            <a:chOff x="2182876" y="4509770"/>
            <a:chExt cx="264795" cy="297815"/>
          </a:xfrm>
        </p:grpSpPr>
        <p:sp>
          <p:nvSpPr>
            <p:cNvPr id="44" name="object 41"/>
            <p:cNvSpPr/>
            <p:nvPr/>
          </p:nvSpPr>
          <p:spPr>
            <a:xfrm>
              <a:off x="2189226" y="45161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2"/>
            <p:cNvSpPr/>
            <p:nvPr/>
          </p:nvSpPr>
          <p:spPr>
            <a:xfrm>
              <a:off x="2189226" y="45161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6" name="object 43"/>
          <p:cNvSpPr txBox="1"/>
          <p:nvPr/>
        </p:nvSpPr>
        <p:spPr>
          <a:xfrm>
            <a:off x="2230882" y="454532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7" name="object 44"/>
          <p:cNvGrpSpPr/>
          <p:nvPr/>
        </p:nvGrpSpPr>
        <p:grpSpPr>
          <a:xfrm>
            <a:off x="3498341" y="4490720"/>
            <a:ext cx="264795" cy="297815"/>
            <a:chOff x="3498341" y="4490720"/>
            <a:chExt cx="264795" cy="297815"/>
          </a:xfrm>
        </p:grpSpPr>
        <p:sp>
          <p:nvSpPr>
            <p:cNvPr id="48" name="object 45"/>
            <p:cNvSpPr/>
            <p:nvPr/>
          </p:nvSpPr>
          <p:spPr>
            <a:xfrm>
              <a:off x="3504691" y="449707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2"/>
                  </a:lnTo>
                  <a:lnTo>
                    <a:pt x="6433" y="97373"/>
                  </a:lnTo>
                  <a:lnTo>
                    <a:pt x="0" y="142366"/>
                  </a:lnTo>
                  <a:lnTo>
                    <a:pt x="6433" y="187347"/>
                  </a:lnTo>
                  <a:lnTo>
                    <a:pt x="24339" y="226396"/>
                  </a:lnTo>
                  <a:lnTo>
                    <a:pt x="51627" y="257179"/>
                  </a:lnTo>
                  <a:lnTo>
                    <a:pt x="86205" y="277360"/>
                  </a:lnTo>
                  <a:lnTo>
                    <a:pt x="125984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9" name="object 46"/>
            <p:cNvSpPr/>
            <p:nvPr/>
          </p:nvSpPr>
          <p:spPr>
            <a:xfrm>
              <a:off x="3504691" y="449707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33" y="97373"/>
                  </a:lnTo>
                  <a:lnTo>
                    <a:pt x="24339" y="58292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6"/>
                  </a:lnTo>
                  <a:lnTo>
                    <a:pt x="86205" y="277360"/>
                  </a:lnTo>
                  <a:lnTo>
                    <a:pt x="51627" y="257179"/>
                  </a:lnTo>
                  <a:lnTo>
                    <a:pt x="24339" y="226396"/>
                  </a:lnTo>
                  <a:lnTo>
                    <a:pt x="6433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0" name="object 47"/>
          <p:cNvSpPr txBox="1"/>
          <p:nvPr/>
        </p:nvSpPr>
        <p:spPr>
          <a:xfrm>
            <a:off x="3546728" y="452602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1" name="object 48"/>
          <p:cNvGrpSpPr/>
          <p:nvPr/>
        </p:nvGrpSpPr>
        <p:grpSpPr>
          <a:xfrm>
            <a:off x="3970146" y="3859276"/>
            <a:ext cx="264795" cy="297815"/>
            <a:chOff x="3970146" y="3859276"/>
            <a:chExt cx="264795" cy="297815"/>
          </a:xfrm>
        </p:grpSpPr>
        <p:sp>
          <p:nvSpPr>
            <p:cNvPr id="52" name="object 49"/>
            <p:cNvSpPr/>
            <p:nvPr/>
          </p:nvSpPr>
          <p:spPr>
            <a:xfrm>
              <a:off x="3976496" y="38656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0"/>
            <p:cNvSpPr/>
            <p:nvPr/>
          </p:nvSpPr>
          <p:spPr>
            <a:xfrm>
              <a:off x="3976496" y="38656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4" name="object 51"/>
          <p:cNvSpPr txBox="1"/>
          <p:nvPr/>
        </p:nvSpPr>
        <p:spPr>
          <a:xfrm>
            <a:off x="4018534" y="389458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5" name="object 52"/>
          <p:cNvGrpSpPr/>
          <p:nvPr/>
        </p:nvGrpSpPr>
        <p:grpSpPr>
          <a:xfrm>
            <a:off x="3964559" y="5505069"/>
            <a:ext cx="264795" cy="297815"/>
            <a:chOff x="3964559" y="5505069"/>
            <a:chExt cx="264795" cy="297815"/>
          </a:xfrm>
        </p:grpSpPr>
        <p:sp>
          <p:nvSpPr>
            <p:cNvPr id="56" name="object 53"/>
            <p:cNvSpPr/>
            <p:nvPr/>
          </p:nvSpPr>
          <p:spPr>
            <a:xfrm>
              <a:off x="3970909" y="551141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7"/>
                  </a:lnTo>
                  <a:lnTo>
                    <a:pt x="24302" y="58276"/>
                  </a:lnTo>
                  <a:lnTo>
                    <a:pt x="6421" y="97334"/>
                  </a:lnTo>
                  <a:lnTo>
                    <a:pt x="0" y="142290"/>
                  </a:lnTo>
                  <a:lnTo>
                    <a:pt x="6421" y="187275"/>
                  </a:lnTo>
                  <a:lnTo>
                    <a:pt x="24302" y="226345"/>
                  </a:lnTo>
                  <a:lnTo>
                    <a:pt x="51572" y="257156"/>
                  </a:lnTo>
                  <a:lnTo>
                    <a:pt x="86156" y="277363"/>
                  </a:lnTo>
                  <a:lnTo>
                    <a:pt x="125983" y="284619"/>
                  </a:lnTo>
                  <a:lnTo>
                    <a:pt x="165811" y="277363"/>
                  </a:lnTo>
                  <a:lnTo>
                    <a:pt x="200395" y="257156"/>
                  </a:lnTo>
                  <a:lnTo>
                    <a:pt x="227665" y="226345"/>
                  </a:lnTo>
                  <a:lnTo>
                    <a:pt x="245546" y="187275"/>
                  </a:lnTo>
                  <a:lnTo>
                    <a:pt x="251967" y="142290"/>
                  </a:lnTo>
                  <a:lnTo>
                    <a:pt x="245546" y="97334"/>
                  </a:lnTo>
                  <a:lnTo>
                    <a:pt x="227665" y="58276"/>
                  </a:lnTo>
                  <a:lnTo>
                    <a:pt x="200395" y="27467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7" name="object 54"/>
            <p:cNvSpPr/>
            <p:nvPr/>
          </p:nvSpPr>
          <p:spPr>
            <a:xfrm>
              <a:off x="3970909" y="551141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90"/>
                  </a:moveTo>
                  <a:lnTo>
                    <a:pt x="6421" y="97334"/>
                  </a:lnTo>
                  <a:lnTo>
                    <a:pt x="24302" y="58276"/>
                  </a:lnTo>
                  <a:lnTo>
                    <a:pt x="51572" y="27467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7"/>
                  </a:lnTo>
                  <a:lnTo>
                    <a:pt x="227665" y="58276"/>
                  </a:lnTo>
                  <a:lnTo>
                    <a:pt x="245546" y="97334"/>
                  </a:lnTo>
                  <a:lnTo>
                    <a:pt x="251967" y="142290"/>
                  </a:lnTo>
                  <a:lnTo>
                    <a:pt x="245546" y="187275"/>
                  </a:lnTo>
                  <a:lnTo>
                    <a:pt x="227665" y="226345"/>
                  </a:lnTo>
                  <a:lnTo>
                    <a:pt x="200395" y="257156"/>
                  </a:lnTo>
                  <a:lnTo>
                    <a:pt x="165811" y="277363"/>
                  </a:lnTo>
                  <a:lnTo>
                    <a:pt x="125983" y="284619"/>
                  </a:lnTo>
                  <a:lnTo>
                    <a:pt x="86156" y="277363"/>
                  </a:lnTo>
                  <a:lnTo>
                    <a:pt x="51572" y="257156"/>
                  </a:lnTo>
                  <a:lnTo>
                    <a:pt x="24302" y="226345"/>
                  </a:lnTo>
                  <a:lnTo>
                    <a:pt x="6421" y="187275"/>
                  </a:lnTo>
                  <a:lnTo>
                    <a:pt x="0" y="14229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5"/>
          <p:cNvSpPr txBox="1"/>
          <p:nvPr/>
        </p:nvSpPr>
        <p:spPr>
          <a:xfrm>
            <a:off x="4012819" y="554075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9" name="object 56"/>
          <p:cNvGrpSpPr/>
          <p:nvPr/>
        </p:nvGrpSpPr>
        <p:grpSpPr>
          <a:xfrm>
            <a:off x="4087876" y="4844922"/>
            <a:ext cx="264795" cy="297815"/>
            <a:chOff x="4087876" y="4844922"/>
            <a:chExt cx="264795" cy="297815"/>
          </a:xfrm>
        </p:grpSpPr>
        <p:sp>
          <p:nvSpPr>
            <p:cNvPr id="60" name="object 57"/>
            <p:cNvSpPr/>
            <p:nvPr/>
          </p:nvSpPr>
          <p:spPr>
            <a:xfrm>
              <a:off x="4094226" y="485127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58"/>
            <p:cNvSpPr/>
            <p:nvPr/>
          </p:nvSpPr>
          <p:spPr>
            <a:xfrm>
              <a:off x="4094226" y="485127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2" name="object 59"/>
          <p:cNvSpPr txBox="1"/>
          <p:nvPr/>
        </p:nvSpPr>
        <p:spPr>
          <a:xfrm>
            <a:off x="4136263" y="488022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3" name="object 60"/>
          <p:cNvGrpSpPr/>
          <p:nvPr/>
        </p:nvGrpSpPr>
        <p:grpSpPr>
          <a:xfrm>
            <a:off x="4520691" y="4964810"/>
            <a:ext cx="264795" cy="297815"/>
            <a:chOff x="4520691" y="4964810"/>
            <a:chExt cx="264795" cy="297815"/>
          </a:xfrm>
        </p:grpSpPr>
        <p:sp>
          <p:nvSpPr>
            <p:cNvPr id="64" name="object 61"/>
            <p:cNvSpPr/>
            <p:nvPr/>
          </p:nvSpPr>
          <p:spPr>
            <a:xfrm>
              <a:off x="4527041" y="49711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6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6"/>
                  </a:lnTo>
                  <a:lnTo>
                    <a:pt x="245534" y="97373"/>
                  </a:lnTo>
                  <a:lnTo>
                    <a:pt x="227628" y="58292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5" name="object 62"/>
            <p:cNvSpPr/>
            <p:nvPr/>
          </p:nvSpPr>
          <p:spPr>
            <a:xfrm>
              <a:off x="4527041" y="49711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2"/>
                  </a:lnTo>
                  <a:lnTo>
                    <a:pt x="245534" y="97373"/>
                  </a:lnTo>
                  <a:lnTo>
                    <a:pt x="251968" y="142366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4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6" name="object 63"/>
          <p:cNvSpPr txBox="1"/>
          <p:nvPr/>
        </p:nvSpPr>
        <p:spPr>
          <a:xfrm>
            <a:off x="4569078" y="500037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7" name="object 64"/>
          <p:cNvGrpSpPr/>
          <p:nvPr/>
        </p:nvGrpSpPr>
        <p:grpSpPr>
          <a:xfrm>
            <a:off x="5931534" y="4774819"/>
            <a:ext cx="264795" cy="297815"/>
            <a:chOff x="5931534" y="4774819"/>
            <a:chExt cx="264795" cy="297815"/>
          </a:xfrm>
        </p:grpSpPr>
        <p:sp>
          <p:nvSpPr>
            <p:cNvPr id="68" name="object 65"/>
            <p:cNvSpPr/>
            <p:nvPr/>
          </p:nvSpPr>
          <p:spPr>
            <a:xfrm>
              <a:off x="5937884" y="478116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46"/>
                  </a:lnTo>
                  <a:lnTo>
                    <a:pt x="51544" y="27427"/>
                  </a:lnTo>
                  <a:lnTo>
                    <a:pt x="24294" y="58210"/>
                  </a:lnTo>
                  <a:lnTo>
                    <a:pt x="6420" y="97259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294" y="226313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6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3"/>
                  </a:lnTo>
                  <a:lnTo>
                    <a:pt x="245419" y="187233"/>
                  </a:lnTo>
                  <a:lnTo>
                    <a:pt x="251840" y="142239"/>
                  </a:lnTo>
                  <a:lnTo>
                    <a:pt x="245419" y="97259"/>
                  </a:lnTo>
                  <a:lnTo>
                    <a:pt x="227538" y="58210"/>
                  </a:lnTo>
                  <a:lnTo>
                    <a:pt x="200268" y="27427"/>
                  </a:lnTo>
                  <a:lnTo>
                    <a:pt x="165684" y="7246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9" name="object 66"/>
            <p:cNvSpPr/>
            <p:nvPr/>
          </p:nvSpPr>
          <p:spPr>
            <a:xfrm>
              <a:off x="5937884" y="478116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0" y="97259"/>
                  </a:lnTo>
                  <a:lnTo>
                    <a:pt x="24294" y="58210"/>
                  </a:lnTo>
                  <a:lnTo>
                    <a:pt x="51544" y="27427"/>
                  </a:lnTo>
                  <a:lnTo>
                    <a:pt x="86091" y="7246"/>
                  </a:lnTo>
                  <a:lnTo>
                    <a:pt x="125856" y="0"/>
                  </a:lnTo>
                  <a:lnTo>
                    <a:pt x="165684" y="7246"/>
                  </a:lnTo>
                  <a:lnTo>
                    <a:pt x="200268" y="27427"/>
                  </a:lnTo>
                  <a:lnTo>
                    <a:pt x="227538" y="58210"/>
                  </a:lnTo>
                  <a:lnTo>
                    <a:pt x="245419" y="97259"/>
                  </a:lnTo>
                  <a:lnTo>
                    <a:pt x="251840" y="142239"/>
                  </a:lnTo>
                  <a:lnTo>
                    <a:pt x="245419" y="187233"/>
                  </a:lnTo>
                  <a:lnTo>
                    <a:pt x="227538" y="226313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6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0" name="object 67"/>
          <p:cNvSpPr txBox="1"/>
          <p:nvPr/>
        </p:nvSpPr>
        <p:spPr>
          <a:xfrm>
            <a:off x="5979921" y="481012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16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1" name="object 68"/>
          <p:cNvGrpSpPr/>
          <p:nvPr/>
        </p:nvGrpSpPr>
        <p:grpSpPr>
          <a:xfrm>
            <a:off x="5474970" y="3890645"/>
            <a:ext cx="264795" cy="297815"/>
            <a:chOff x="5474970" y="3890645"/>
            <a:chExt cx="264795" cy="297815"/>
          </a:xfrm>
        </p:grpSpPr>
        <p:sp>
          <p:nvSpPr>
            <p:cNvPr id="72" name="object 69"/>
            <p:cNvSpPr/>
            <p:nvPr/>
          </p:nvSpPr>
          <p:spPr>
            <a:xfrm>
              <a:off x="5481320" y="38969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3" y="284606"/>
                  </a:lnTo>
                  <a:lnTo>
                    <a:pt x="165811" y="277348"/>
                  </a:lnTo>
                  <a:lnTo>
                    <a:pt x="200395" y="257142"/>
                  </a:lnTo>
                  <a:lnTo>
                    <a:pt x="227665" y="226341"/>
                  </a:lnTo>
                  <a:lnTo>
                    <a:pt x="245546" y="187298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3" name="object 70"/>
            <p:cNvSpPr/>
            <p:nvPr/>
          </p:nvSpPr>
          <p:spPr>
            <a:xfrm>
              <a:off x="5481320" y="38969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298"/>
                  </a:lnTo>
                  <a:lnTo>
                    <a:pt x="227665" y="226341"/>
                  </a:lnTo>
                  <a:lnTo>
                    <a:pt x="200395" y="257142"/>
                  </a:lnTo>
                  <a:lnTo>
                    <a:pt x="165811" y="277348"/>
                  </a:lnTo>
                  <a:lnTo>
                    <a:pt x="125983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4" name="object 71"/>
          <p:cNvSpPr txBox="1"/>
          <p:nvPr/>
        </p:nvSpPr>
        <p:spPr>
          <a:xfrm>
            <a:off x="5523357" y="392595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17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5" name="object 72"/>
          <p:cNvGrpSpPr/>
          <p:nvPr/>
        </p:nvGrpSpPr>
        <p:grpSpPr>
          <a:xfrm>
            <a:off x="5382259" y="5499734"/>
            <a:ext cx="264795" cy="297815"/>
            <a:chOff x="5382259" y="5499734"/>
            <a:chExt cx="264795" cy="297815"/>
          </a:xfrm>
        </p:grpSpPr>
        <p:sp>
          <p:nvSpPr>
            <p:cNvPr id="76" name="object 73"/>
            <p:cNvSpPr/>
            <p:nvPr/>
          </p:nvSpPr>
          <p:spPr>
            <a:xfrm>
              <a:off x="5388609" y="550608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46"/>
                  </a:lnTo>
                  <a:lnTo>
                    <a:pt x="51544" y="27431"/>
                  </a:lnTo>
                  <a:lnTo>
                    <a:pt x="24294" y="58221"/>
                  </a:lnTo>
                  <a:lnTo>
                    <a:pt x="6420" y="97285"/>
                  </a:lnTo>
                  <a:lnTo>
                    <a:pt x="0" y="142290"/>
                  </a:lnTo>
                  <a:lnTo>
                    <a:pt x="6420" y="187274"/>
                  </a:lnTo>
                  <a:lnTo>
                    <a:pt x="24294" y="226341"/>
                  </a:lnTo>
                  <a:lnTo>
                    <a:pt x="51544" y="257148"/>
                  </a:lnTo>
                  <a:lnTo>
                    <a:pt x="86091" y="277351"/>
                  </a:lnTo>
                  <a:lnTo>
                    <a:pt x="125856" y="284606"/>
                  </a:lnTo>
                  <a:lnTo>
                    <a:pt x="165684" y="277351"/>
                  </a:lnTo>
                  <a:lnTo>
                    <a:pt x="200268" y="257148"/>
                  </a:lnTo>
                  <a:lnTo>
                    <a:pt x="227538" y="226341"/>
                  </a:lnTo>
                  <a:lnTo>
                    <a:pt x="245419" y="187274"/>
                  </a:lnTo>
                  <a:lnTo>
                    <a:pt x="251840" y="142290"/>
                  </a:lnTo>
                  <a:lnTo>
                    <a:pt x="245419" y="97285"/>
                  </a:lnTo>
                  <a:lnTo>
                    <a:pt x="227538" y="58221"/>
                  </a:lnTo>
                  <a:lnTo>
                    <a:pt x="200268" y="27431"/>
                  </a:lnTo>
                  <a:lnTo>
                    <a:pt x="165684" y="7246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7" name="object 74"/>
            <p:cNvSpPr/>
            <p:nvPr/>
          </p:nvSpPr>
          <p:spPr>
            <a:xfrm>
              <a:off x="5388609" y="550608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90"/>
                  </a:moveTo>
                  <a:lnTo>
                    <a:pt x="6420" y="97285"/>
                  </a:lnTo>
                  <a:lnTo>
                    <a:pt x="24294" y="58221"/>
                  </a:lnTo>
                  <a:lnTo>
                    <a:pt x="51544" y="27431"/>
                  </a:lnTo>
                  <a:lnTo>
                    <a:pt x="86091" y="7246"/>
                  </a:lnTo>
                  <a:lnTo>
                    <a:pt x="125856" y="0"/>
                  </a:lnTo>
                  <a:lnTo>
                    <a:pt x="165684" y="7246"/>
                  </a:lnTo>
                  <a:lnTo>
                    <a:pt x="200268" y="27431"/>
                  </a:lnTo>
                  <a:lnTo>
                    <a:pt x="227538" y="58221"/>
                  </a:lnTo>
                  <a:lnTo>
                    <a:pt x="245419" y="97285"/>
                  </a:lnTo>
                  <a:lnTo>
                    <a:pt x="251840" y="142290"/>
                  </a:lnTo>
                  <a:lnTo>
                    <a:pt x="245419" y="187274"/>
                  </a:lnTo>
                  <a:lnTo>
                    <a:pt x="227538" y="226341"/>
                  </a:lnTo>
                  <a:lnTo>
                    <a:pt x="200268" y="257148"/>
                  </a:lnTo>
                  <a:lnTo>
                    <a:pt x="165684" y="277351"/>
                  </a:lnTo>
                  <a:lnTo>
                    <a:pt x="125856" y="284606"/>
                  </a:lnTo>
                  <a:lnTo>
                    <a:pt x="86091" y="277351"/>
                  </a:lnTo>
                  <a:lnTo>
                    <a:pt x="51544" y="257148"/>
                  </a:lnTo>
                  <a:lnTo>
                    <a:pt x="24294" y="226341"/>
                  </a:lnTo>
                  <a:lnTo>
                    <a:pt x="6420" y="187274"/>
                  </a:lnTo>
                  <a:lnTo>
                    <a:pt x="0" y="14229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8" name="object 75"/>
          <p:cNvSpPr txBox="1"/>
          <p:nvPr/>
        </p:nvSpPr>
        <p:spPr>
          <a:xfrm>
            <a:off x="5430773" y="553526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9" name="object 76"/>
          <p:cNvGrpSpPr/>
          <p:nvPr/>
        </p:nvGrpSpPr>
        <p:grpSpPr>
          <a:xfrm>
            <a:off x="5342890" y="4671948"/>
            <a:ext cx="264795" cy="297815"/>
            <a:chOff x="5342890" y="4671948"/>
            <a:chExt cx="264795" cy="297815"/>
          </a:xfrm>
        </p:grpSpPr>
        <p:sp>
          <p:nvSpPr>
            <p:cNvPr id="80" name="object 77"/>
            <p:cNvSpPr/>
            <p:nvPr/>
          </p:nvSpPr>
          <p:spPr>
            <a:xfrm>
              <a:off x="5349240" y="467829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6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7"/>
                  </a:lnTo>
                  <a:lnTo>
                    <a:pt x="245534" y="97373"/>
                  </a:lnTo>
                  <a:lnTo>
                    <a:pt x="227628" y="58292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1" name="object 78"/>
            <p:cNvSpPr/>
            <p:nvPr/>
          </p:nvSpPr>
          <p:spPr>
            <a:xfrm>
              <a:off x="5349240" y="467829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2"/>
                  </a:lnTo>
                  <a:lnTo>
                    <a:pt x="245534" y="97373"/>
                  </a:lnTo>
                  <a:lnTo>
                    <a:pt x="251968" y="142367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4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2" name="object 79"/>
          <p:cNvSpPr txBox="1"/>
          <p:nvPr/>
        </p:nvSpPr>
        <p:spPr>
          <a:xfrm>
            <a:off x="5391403" y="470738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3" name="object 80"/>
          <p:cNvGrpSpPr/>
          <p:nvPr/>
        </p:nvGrpSpPr>
        <p:grpSpPr>
          <a:xfrm>
            <a:off x="4926076" y="4548885"/>
            <a:ext cx="264795" cy="297815"/>
            <a:chOff x="4926076" y="4548885"/>
            <a:chExt cx="264795" cy="297815"/>
          </a:xfrm>
        </p:grpSpPr>
        <p:sp>
          <p:nvSpPr>
            <p:cNvPr id="84" name="object 81"/>
            <p:cNvSpPr/>
            <p:nvPr/>
          </p:nvSpPr>
          <p:spPr>
            <a:xfrm>
              <a:off x="4932426" y="45552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5" name="object 82"/>
            <p:cNvSpPr/>
            <p:nvPr/>
          </p:nvSpPr>
          <p:spPr>
            <a:xfrm>
              <a:off x="4932426" y="45552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6" name="object 83"/>
          <p:cNvSpPr txBox="1"/>
          <p:nvPr/>
        </p:nvSpPr>
        <p:spPr>
          <a:xfrm>
            <a:off x="4974463" y="458431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7" name="object 84"/>
          <p:cNvGrpSpPr/>
          <p:nvPr/>
        </p:nvGrpSpPr>
        <p:grpSpPr>
          <a:xfrm>
            <a:off x="6357746" y="4540250"/>
            <a:ext cx="264795" cy="297815"/>
            <a:chOff x="6357746" y="4540250"/>
            <a:chExt cx="264795" cy="297815"/>
          </a:xfrm>
        </p:grpSpPr>
        <p:sp>
          <p:nvSpPr>
            <p:cNvPr id="88" name="object 85"/>
            <p:cNvSpPr/>
            <p:nvPr/>
          </p:nvSpPr>
          <p:spPr>
            <a:xfrm>
              <a:off x="6364096" y="454660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7"/>
                  </a:lnTo>
                  <a:lnTo>
                    <a:pt x="245534" y="97373"/>
                  </a:lnTo>
                  <a:lnTo>
                    <a:pt x="227628" y="58293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9" name="object 86"/>
            <p:cNvSpPr/>
            <p:nvPr/>
          </p:nvSpPr>
          <p:spPr>
            <a:xfrm>
              <a:off x="6364096" y="454660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3"/>
                  </a:lnTo>
                  <a:lnTo>
                    <a:pt x="245534" y="97373"/>
                  </a:lnTo>
                  <a:lnTo>
                    <a:pt x="251968" y="142367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0" name="object 87"/>
          <p:cNvSpPr txBox="1"/>
          <p:nvPr/>
        </p:nvSpPr>
        <p:spPr>
          <a:xfrm>
            <a:off x="6406388" y="457580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1" name="object 88"/>
          <p:cNvGrpSpPr/>
          <p:nvPr/>
        </p:nvGrpSpPr>
        <p:grpSpPr>
          <a:xfrm>
            <a:off x="6988047" y="3888740"/>
            <a:ext cx="264795" cy="297815"/>
            <a:chOff x="6988047" y="3888740"/>
            <a:chExt cx="264795" cy="297815"/>
          </a:xfrm>
        </p:grpSpPr>
        <p:sp>
          <p:nvSpPr>
            <p:cNvPr id="92" name="object 89"/>
            <p:cNvSpPr/>
            <p:nvPr/>
          </p:nvSpPr>
          <p:spPr>
            <a:xfrm>
              <a:off x="6994397" y="38950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3" name="object 90"/>
            <p:cNvSpPr/>
            <p:nvPr/>
          </p:nvSpPr>
          <p:spPr>
            <a:xfrm>
              <a:off x="6994397" y="38950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4" name="object 91"/>
          <p:cNvSpPr txBox="1"/>
          <p:nvPr/>
        </p:nvSpPr>
        <p:spPr>
          <a:xfrm>
            <a:off x="7036689" y="392404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5" name="object 92"/>
          <p:cNvGrpSpPr/>
          <p:nvPr/>
        </p:nvGrpSpPr>
        <p:grpSpPr>
          <a:xfrm>
            <a:off x="6919594" y="5443982"/>
            <a:ext cx="264795" cy="297815"/>
            <a:chOff x="6919594" y="5443982"/>
            <a:chExt cx="264795" cy="297815"/>
          </a:xfrm>
        </p:grpSpPr>
        <p:sp>
          <p:nvSpPr>
            <p:cNvPr id="96" name="object 93"/>
            <p:cNvSpPr/>
            <p:nvPr/>
          </p:nvSpPr>
          <p:spPr>
            <a:xfrm>
              <a:off x="6925944" y="545033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7"/>
                  </a:lnTo>
                  <a:lnTo>
                    <a:pt x="24302" y="58276"/>
                  </a:lnTo>
                  <a:lnTo>
                    <a:pt x="6421" y="97334"/>
                  </a:lnTo>
                  <a:lnTo>
                    <a:pt x="0" y="142290"/>
                  </a:lnTo>
                  <a:lnTo>
                    <a:pt x="6421" y="187280"/>
                  </a:lnTo>
                  <a:lnTo>
                    <a:pt x="24302" y="226351"/>
                  </a:lnTo>
                  <a:lnTo>
                    <a:pt x="51572" y="257160"/>
                  </a:lnTo>
                  <a:lnTo>
                    <a:pt x="86156" y="277364"/>
                  </a:lnTo>
                  <a:lnTo>
                    <a:pt x="125983" y="284619"/>
                  </a:lnTo>
                  <a:lnTo>
                    <a:pt x="165811" y="277364"/>
                  </a:lnTo>
                  <a:lnTo>
                    <a:pt x="200395" y="257160"/>
                  </a:lnTo>
                  <a:lnTo>
                    <a:pt x="227665" y="226351"/>
                  </a:lnTo>
                  <a:lnTo>
                    <a:pt x="245546" y="187280"/>
                  </a:lnTo>
                  <a:lnTo>
                    <a:pt x="251968" y="142290"/>
                  </a:lnTo>
                  <a:lnTo>
                    <a:pt x="245546" y="97334"/>
                  </a:lnTo>
                  <a:lnTo>
                    <a:pt x="227665" y="58276"/>
                  </a:lnTo>
                  <a:lnTo>
                    <a:pt x="200395" y="27467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7" name="object 94"/>
            <p:cNvSpPr/>
            <p:nvPr/>
          </p:nvSpPr>
          <p:spPr>
            <a:xfrm>
              <a:off x="6925944" y="545033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90"/>
                  </a:moveTo>
                  <a:lnTo>
                    <a:pt x="6421" y="97334"/>
                  </a:lnTo>
                  <a:lnTo>
                    <a:pt x="24302" y="58276"/>
                  </a:lnTo>
                  <a:lnTo>
                    <a:pt x="51572" y="27467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7"/>
                  </a:lnTo>
                  <a:lnTo>
                    <a:pt x="227665" y="58276"/>
                  </a:lnTo>
                  <a:lnTo>
                    <a:pt x="245546" y="97334"/>
                  </a:lnTo>
                  <a:lnTo>
                    <a:pt x="251968" y="142290"/>
                  </a:lnTo>
                  <a:lnTo>
                    <a:pt x="245546" y="187280"/>
                  </a:lnTo>
                  <a:lnTo>
                    <a:pt x="227665" y="226351"/>
                  </a:lnTo>
                  <a:lnTo>
                    <a:pt x="200395" y="257160"/>
                  </a:lnTo>
                  <a:lnTo>
                    <a:pt x="165811" y="277364"/>
                  </a:lnTo>
                  <a:lnTo>
                    <a:pt x="125983" y="284619"/>
                  </a:lnTo>
                  <a:lnTo>
                    <a:pt x="86156" y="277364"/>
                  </a:lnTo>
                  <a:lnTo>
                    <a:pt x="51572" y="257160"/>
                  </a:lnTo>
                  <a:lnTo>
                    <a:pt x="24302" y="226351"/>
                  </a:lnTo>
                  <a:lnTo>
                    <a:pt x="6421" y="187280"/>
                  </a:lnTo>
                  <a:lnTo>
                    <a:pt x="0" y="14229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8" name="object 95"/>
          <p:cNvSpPr txBox="1"/>
          <p:nvPr/>
        </p:nvSpPr>
        <p:spPr>
          <a:xfrm>
            <a:off x="6968490" y="547949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9" name="object 96"/>
          <p:cNvGrpSpPr/>
          <p:nvPr/>
        </p:nvGrpSpPr>
        <p:grpSpPr>
          <a:xfrm>
            <a:off x="6975856" y="4663440"/>
            <a:ext cx="264795" cy="297815"/>
            <a:chOff x="6975856" y="4663440"/>
            <a:chExt cx="264795" cy="297815"/>
          </a:xfrm>
        </p:grpSpPr>
        <p:sp>
          <p:nvSpPr>
            <p:cNvPr id="100" name="object 97"/>
            <p:cNvSpPr/>
            <p:nvPr/>
          </p:nvSpPr>
          <p:spPr>
            <a:xfrm>
              <a:off x="6982206" y="46697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7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60"/>
                  </a:lnTo>
                  <a:lnTo>
                    <a:pt x="24294" y="226441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7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1"/>
                  </a:lnTo>
                  <a:lnTo>
                    <a:pt x="245419" y="187360"/>
                  </a:lnTo>
                  <a:lnTo>
                    <a:pt x="251841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1" name="object 98"/>
            <p:cNvSpPr/>
            <p:nvPr/>
          </p:nvSpPr>
          <p:spPr>
            <a:xfrm>
              <a:off x="6982206" y="46697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7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1" y="142367"/>
                  </a:lnTo>
                  <a:lnTo>
                    <a:pt x="245419" y="187360"/>
                  </a:lnTo>
                  <a:lnTo>
                    <a:pt x="227538" y="226441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7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1"/>
                  </a:lnTo>
                  <a:lnTo>
                    <a:pt x="6420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2" name="object 99"/>
          <p:cNvSpPr txBox="1"/>
          <p:nvPr/>
        </p:nvSpPr>
        <p:spPr>
          <a:xfrm>
            <a:off x="7024496" y="469887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03" name="object 100"/>
          <p:cNvGrpSpPr/>
          <p:nvPr/>
        </p:nvGrpSpPr>
        <p:grpSpPr>
          <a:xfrm>
            <a:off x="582434" y="3107563"/>
            <a:ext cx="264795" cy="297815"/>
            <a:chOff x="582434" y="3107563"/>
            <a:chExt cx="264795" cy="297815"/>
          </a:xfrm>
        </p:grpSpPr>
        <p:sp>
          <p:nvSpPr>
            <p:cNvPr id="104" name="object 101"/>
            <p:cNvSpPr/>
            <p:nvPr/>
          </p:nvSpPr>
          <p:spPr>
            <a:xfrm>
              <a:off x="588784" y="311391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59"/>
                  </a:lnTo>
                  <a:lnTo>
                    <a:pt x="51566" y="27472"/>
                  </a:lnTo>
                  <a:lnTo>
                    <a:pt x="24301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60"/>
                  </a:lnTo>
                  <a:lnTo>
                    <a:pt x="24301" y="226440"/>
                  </a:lnTo>
                  <a:lnTo>
                    <a:pt x="51566" y="257261"/>
                  </a:lnTo>
                  <a:lnTo>
                    <a:pt x="86143" y="277474"/>
                  </a:lnTo>
                  <a:lnTo>
                    <a:pt x="125958" y="284734"/>
                  </a:lnTo>
                  <a:lnTo>
                    <a:pt x="165773" y="277474"/>
                  </a:lnTo>
                  <a:lnTo>
                    <a:pt x="200350" y="257261"/>
                  </a:lnTo>
                  <a:lnTo>
                    <a:pt x="227616" y="226440"/>
                  </a:lnTo>
                  <a:lnTo>
                    <a:pt x="245496" y="187360"/>
                  </a:lnTo>
                  <a:lnTo>
                    <a:pt x="251917" y="142366"/>
                  </a:lnTo>
                  <a:lnTo>
                    <a:pt x="245496" y="97373"/>
                  </a:lnTo>
                  <a:lnTo>
                    <a:pt x="227616" y="58292"/>
                  </a:lnTo>
                  <a:lnTo>
                    <a:pt x="200350" y="27472"/>
                  </a:lnTo>
                  <a:lnTo>
                    <a:pt x="165773" y="7259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5" name="object 102"/>
            <p:cNvSpPr/>
            <p:nvPr/>
          </p:nvSpPr>
          <p:spPr>
            <a:xfrm>
              <a:off x="588784" y="311391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0" y="97373"/>
                  </a:lnTo>
                  <a:lnTo>
                    <a:pt x="24301" y="58292"/>
                  </a:lnTo>
                  <a:lnTo>
                    <a:pt x="51566" y="27472"/>
                  </a:lnTo>
                  <a:lnTo>
                    <a:pt x="86143" y="7259"/>
                  </a:lnTo>
                  <a:lnTo>
                    <a:pt x="125958" y="0"/>
                  </a:lnTo>
                  <a:lnTo>
                    <a:pt x="165773" y="7259"/>
                  </a:lnTo>
                  <a:lnTo>
                    <a:pt x="200350" y="27472"/>
                  </a:lnTo>
                  <a:lnTo>
                    <a:pt x="227616" y="58292"/>
                  </a:lnTo>
                  <a:lnTo>
                    <a:pt x="245496" y="97373"/>
                  </a:lnTo>
                  <a:lnTo>
                    <a:pt x="251917" y="142366"/>
                  </a:lnTo>
                  <a:lnTo>
                    <a:pt x="245496" y="187360"/>
                  </a:lnTo>
                  <a:lnTo>
                    <a:pt x="227616" y="226440"/>
                  </a:lnTo>
                  <a:lnTo>
                    <a:pt x="200350" y="257261"/>
                  </a:lnTo>
                  <a:lnTo>
                    <a:pt x="165773" y="277474"/>
                  </a:lnTo>
                  <a:lnTo>
                    <a:pt x="125958" y="284734"/>
                  </a:lnTo>
                  <a:lnTo>
                    <a:pt x="86143" y="277474"/>
                  </a:lnTo>
                  <a:lnTo>
                    <a:pt x="51566" y="257261"/>
                  </a:lnTo>
                  <a:lnTo>
                    <a:pt x="24301" y="226440"/>
                  </a:lnTo>
                  <a:lnTo>
                    <a:pt x="6420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6" name="object 103"/>
          <p:cNvSpPr txBox="1"/>
          <p:nvPr/>
        </p:nvSpPr>
        <p:spPr>
          <a:xfrm>
            <a:off x="630427" y="31426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07" name="object 104"/>
          <p:cNvGrpSpPr/>
          <p:nvPr/>
        </p:nvGrpSpPr>
        <p:grpSpPr>
          <a:xfrm>
            <a:off x="7835138" y="1194688"/>
            <a:ext cx="265430" cy="317500"/>
            <a:chOff x="7835138" y="1194688"/>
            <a:chExt cx="265430" cy="317500"/>
          </a:xfrm>
        </p:grpSpPr>
        <p:sp>
          <p:nvSpPr>
            <p:cNvPr id="108" name="object 105"/>
            <p:cNvSpPr/>
            <p:nvPr/>
          </p:nvSpPr>
          <p:spPr>
            <a:xfrm>
              <a:off x="7841488" y="120103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9" name="object 106"/>
            <p:cNvSpPr/>
            <p:nvPr/>
          </p:nvSpPr>
          <p:spPr>
            <a:xfrm>
              <a:off x="7841488" y="120103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0" name="object 107"/>
          <p:cNvSpPr txBox="1"/>
          <p:nvPr/>
        </p:nvSpPr>
        <p:spPr>
          <a:xfrm>
            <a:off x="7898130" y="118846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1" name="object 108"/>
          <p:cNvGrpSpPr/>
          <p:nvPr/>
        </p:nvGrpSpPr>
        <p:grpSpPr>
          <a:xfrm>
            <a:off x="7816088" y="1653285"/>
            <a:ext cx="265430" cy="317500"/>
            <a:chOff x="7816088" y="1653285"/>
            <a:chExt cx="265430" cy="317500"/>
          </a:xfrm>
        </p:grpSpPr>
        <p:sp>
          <p:nvSpPr>
            <p:cNvPr id="112" name="object 109"/>
            <p:cNvSpPr/>
            <p:nvPr/>
          </p:nvSpPr>
          <p:spPr>
            <a:xfrm>
              <a:off x="7822438" y="16596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65"/>
                  </a:lnTo>
                  <a:lnTo>
                    <a:pt x="228120" y="62435"/>
                  </a:lnTo>
                  <a:lnTo>
                    <a:pt x="200794" y="29431"/>
                  </a:lnTo>
                  <a:lnTo>
                    <a:pt x="166140" y="7778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3" name="object 110"/>
            <p:cNvSpPr/>
            <p:nvPr/>
          </p:nvSpPr>
          <p:spPr>
            <a:xfrm>
              <a:off x="7822438" y="16596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7" y="0"/>
                  </a:lnTo>
                  <a:lnTo>
                    <a:pt x="166140" y="7778"/>
                  </a:lnTo>
                  <a:lnTo>
                    <a:pt x="200794" y="29431"/>
                  </a:lnTo>
                  <a:lnTo>
                    <a:pt x="228120" y="62435"/>
                  </a:lnTo>
                  <a:lnTo>
                    <a:pt x="246040" y="104265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4" name="object 111"/>
          <p:cNvSpPr txBox="1"/>
          <p:nvPr/>
        </p:nvSpPr>
        <p:spPr>
          <a:xfrm>
            <a:off x="7879206" y="1647190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5" name="object 112"/>
          <p:cNvGrpSpPr/>
          <p:nvPr/>
        </p:nvGrpSpPr>
        <p:grpSpPr>
          <a:xfrm>
            <a:off x="7830819" y="2112010"/>
            <a:ext cx="265430" cy="317500"/>
            <a:chOff x="7830819" y="2112010"/>
            <a:chExt cx="265430" cy="317500"/>
          </a:xfrm>
        </p:grpSpPr>
        <p:sp>
          <p:nvSpPr>
            <p:cNvPr id="116" name="object 113"/>
            <p:cNvSpPr/>
            <p:nvPr/>
          </p:nvSpPr>
          <p:spPr>
            <a:xfrm>
              <a:off x="7837169" y="21183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7" name="object 114"/>
            <p:cNvSpPr/>
            <p:nvPr/>
          </p:nvSpPr>
          <p:spPr>
            <a:xfrm>
              <a:off x="7837169" y="21183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8" name="object 115"/>
          <p:cNvSpPr txBox="1"/>
          <p:nvPr/>
        </p:nvSpPr>
        <p:spPr>
          <a:xfrm>
            <a:off x="7893811" y="2105609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9" name="object 116"/>
          <p:cNvGrpSpPr/>
          <p:nvPr/>
        </p:nvGrpSpPr>
        <p:grpSpPr>
          <a:xfrm>
            <a:off x="7830819" y="2570607"/>
            <a:ext cx="265430" cy="317500"/>
            <a:chOff x="7830819" y="2570607"/>
            <a:chExt cx="265430" cy="317500"/>
          </a:xfrm>
        </p:grpSpPr>
        <p:sp>
          <p:nvSpPr>
            <p:cNvPr id="120" name="object 117"/>
            <p:cNvSpPr/>
            <p:nvPr/>
          </p:nvSpPr>
          <p:spPr>
            <a:xfrm>
              <a:off x="7837169" y="257695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65"/>
                  </a:lnTo>
                  <a:lnTo>
                    <a:pt x="228001" y="62435"/>
                  </a:lnTo>
                  <a:lnTo>
                    <a:pt x="200694" y="29431"/>
                  </a:lnTo>
                  <a:lnTo>
                    <a:pt x="166078" y="7778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1" name="object 118"/>
            <p:cNvSpPr/>
            <p:nvPr/>
          </p:nvSpPr>
          <p:spPr>
            <a:xfrm>
              <a:off x="7837169" y="257695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7" y="0"/>
                  </a:lnTo>
                  <a:lnTo>
                    <a:pt x="166078" y="7778"/>
                  </a:lnTo>
                  <a:lnTo>
                    <a:pt x="200694" y="29431"/>
                  </a:lnTo>
                  <a:lnTo>
                    <a:pt x="228001" y="62435"/>
                  </a:lnTo>
                  <a:lnTo>
                    <a:pt x="245914" y="104265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2" name="object 119"/>
          <p:cNvSpPr txBox="1"/>
          <p:nvPr/>
        </p:nvSpPr>
        <p:spPr>
          <a:xfrm>
            <a:off x="7893811" y="256501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3" name="object 120"/>
          <p:cNvGrpSpPr/>
          <p:nvPr/>
        </p:nvGrpSpPr>
        <p:grpSpPr>
          <a:xfrm>
            <a:off x="7844790" y="3029330"/>
            <a:ext cx="265430" cy="317500"/>
            <a:chOff x="7844790" y="3029330"/>
            <a:chExt cx="265430" cy="317500"/>
          </a:xfrm>
        </p:grpSpPr>
        <p:sp>
          <p:nvSpPr>
            <p:cNvPr id="124" name="object 121"/>
            <p:cNvSpPr/>
            <p:nvPr/>
          </p:nvSpPr>
          <p:spPr>
            <a:xfrm>
              <a:off x="7851140" y="303568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5" name="object 122"/>
            <p:cNvSpPr/>
            <p:nvPr/>
          </p:nvSpPr>
          <p:spPr>
            <a:xfrm>
              <a:off x="7851140" y="303568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6" name="object 123"/>
          <p:cNvSpPr txBox="1"/>
          <p:nvPr/>
        </p:nvSpPr>
        <p:spPr>
          <a:xfrm>
            <a:off x="7907781" y="302374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7" name="object 124"/>
          <p:cNvGrpSpPr/>
          <p:nvPr/>
        </p:nvGrpSpPr>
        <p:grpSpPr>
          <a:xfrm>
            <a:off x="7877556" y="3487928"/>
            <a:ext cx="265430" cy="317500"/>
            <a:chOff x="7877556" y="3487928"/>
            <a:chExt cx="265430" cy="317500"/>
          </a:xfrm>
        </p:grpSpPr>
        <p:sp>
          <p:nvSpPr>
            <p:cNvPr id="128" name="object 125"/>
            <p:cNvSpPr/>
            <p:nvPr/>
          </p:nvSpPr>
          <p:spPr>
            <a:xfrm>
              <a:off x="7883906" y="34942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65"/>
                  </a:lnTo>
                  <a:lnTo>
                    <a:pt x="228001" y="62435"/>
                  </a:lnTo>
                  <a:lnTo>
                    <a:pt x="200694" y="29431"/>
                  </a:lnTo>
                  <a:lnTo>
                    <a:pt x="166078" y="7778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9" name="object 126"/>
            <p:cNvSpPr/>
            <p:nvPr/>
          </p:nvSpPr>
          <p:spPr>
            <a:xfrm>
              <a:off x="7883906" y="34942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8" y="0"/>
                  </a:lnTo>
                  <a:lnTo>
                    <a:pt x="166078" y="7778"/>
                  </a:lnTo>
                  <a:lnTo>
                    <a:pt x="200694" y="29431"/>
                  </a:lnTo>
                  <a:lnTo>
                    <a:pt x="228001" y="62435"/>
                  </a:lnTo>
                  <a:lnTo>
                    <a:pt x="245914" y="104265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0" name="object 127"/>
          <p:cNvSpPr txBox="1"/>
          <p:nvPr/>
        </p:nvSpPr>
        <p:spPr>
          <a:xfrm>
            <a:off x="7940420" y="348246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1" name="object 128"/>
          <p:cNvGrpSpPr/>
          <p:nvPr/>
        </p:nvGrpSpPr>
        <p:grpSpPr>
          <a:xfrm>
            <a:off x="7862696" y="3940428"/>
            <a:ext cx="265430" cy="317500"/>
            <a:chOff x="7862696" y="3940428"/>
            <a:chExt cx="265430" cy="317500"/>
          </a:xfrm>
        </p:grpSpPr>
        <p:sp>
          <p:nvSpPr>
            <p:cNvPr id="132" name="object 129"/>
            <p:cNvSpPr/>
            <p:nvPr/>
          </p:nvSpPr>
          <p:spPr>
            <a:xfrm>
              <a:off x="7869046" y="39467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3" name="object 130"/>
            <p:cNvSpPr/>
            <p:nvPr/>
          </p:nvSpPr>
          <p:spPr>
            <a:xfrm>
              <a:off x="7869046" y="39467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4" name="object 131"/>
          <p:cNvSpPr txBox="1"/>
          <p:nvPr/>
        </p:nvSpPr>
        <p:spPr>
          <a:xfrm>
            <a:off x="7925816" y="3934409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5" name="object 132"/>
          <p:cNvGrpSpPr/>
          <p:nvPr/>
        </p:nvGrpSpPr>
        <p:grpSpPr>
          <a:xfrm>
            <a:off x="7896097" y="4396485"/>
            <a:ext cx="265430" cy="317500"/>
            <a:chOff x="7896097" y="4396485"/>
            <a:chExt cx="265430" cy="317500"/>
          </a:xfrm>
        </p:grpSpPr>
        <p:sp>
          <p:nvSpPr>
            <p:cNvPr id="136" name="object 133"/>
            <p:cNvSpPr/>
            <p:nvPr/>
          </p:nvSpPr>
          <p:spPr>
            <a:xfrm>
              <a:off x="7902447" y="44028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0" y="0"/>
                  </a:moveTo>
                  <a:lnTo>
                    <a:pt x="86221" y="7766"/>
                  </a:lnTo>
                  <a:lnTo>
                    <a:pt x="51599" y="29394"/>
                  </a:lnTo>
                  <a:lnTo>
                    <a:pt x="24310" y="62380"/>
                  </a:lnTo>
                  <a:lnTo>
                    <a:pt x="6422" y="104217"/>
                  </a:lnTo>
                  <a:lnTo>
                    <a:pt x="0" y="152400"/>
                  </a:lnTo>
                  <a:lnTo>
                    <a:pt x="6422" y="200582"/>
                  </a:lnTo>
                  <a:lnTo>
                    <a:pt x="24310" y="242419"/>
                  </a:lnTo>
                  <a:lnTo>
                    <a:pt x="51599" y="275405"/>
                  </a:lnTo>
                  <a:lnTo>
                    <a:pt x="86221" y="297033"/>
                  </a:lnTo>
                  <a:lnTo>
                    <a:pt x="126110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7" name="object 134"/>
            <p:cNvSpPr/>
            <p:nvPr/>
          </p:nvSpPr>
          <p:spPr>
            <a:xfrm>
              <a:off x="7902447" y="44028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22" y="104217"/>
                  </a:lnTo>
                  <a:lnTo>
                    <a:pt x="24310" y="62380"/>
                  </a:lnTo>
                  <a:lnTo>
                    <a:pt x="51599" y="29394"/>
                  </a:lnTo>
                  <a:lnTo>
                    <a:pt x="86221" y="7766"/>
                  </a:lnTo>
                  <a:lnTo>
                    <a:pt x="126110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0" y="304800"/>
                  </a:lnTo>
                  <a:lnTo>
                    <a:pt x="86221" y="297033"/>
                  </a:lnTo>
                  <a:lnTo>
                    <a:pt x="51599" y="275405"/>
                  </a:lnTo>
                  <a:lnTo>
                    <a:pt x="24310" y="242419"/>
                  </a:lnTo>
                  <a:lnTo>
                    <a:pt x="6422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8" name="object 135"/>
          <p:cNvSpPr txBox="1"/>
          <p:nvPr/>
        </p:nvSpPr>
        <p:spPr>
          <a:xfrm>
            <a:off x="7959090" y="439102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9" name="object 136"/>
          <p:cNvGrpSpPr/>
          <p:nvPr/>
        </p:nvGrpSpPr>
        <p:grpSpPr>
          <a:xfrm>
            <a:off x="7895335" y="4855717"/>
            <a:ext cx="265430" cy="317500"/>
            <a:chOff x="7895335" y="4855717"/>
            <a:chExt cx="265430" cy="317500"/>
          </a:xfrm>
        </p:grpSpPr>
        <p:sp>
          <p:nvSpPr>
            <p:cNvPr id="140" name="object 137"/>
            <p:cNvSpPr/>
            <p:nvPr/>
          </p:nvSpPr>
          <p:spPr>
            <a:xfrm>
              <a:off x="7901685" y="486206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1" y="0"/>
                  </a:moveTo>
                  <a:lnTo>
                    <a:pt x="86221" y="7778"/>
                  </a:lnTo>
                  <a:lnTo>
                    <a:pt x="51599" y="29431"/>
                  </a:lnTo>
                  <a:lnTo>
                    <a:pt x="24310" y="62435"/>
                  </a:lnTo>
                  <a:lnTo>
                    <a:pt x="6422" y="104265"/>
                  </a:lnTo>
                  <a:lnTo>
                    <a:pt x="0" y="152399"/>
                  </a:lnTo>
                  <a:lnTo>
                    <a:pt x="6422" y="200582"/>
                  </a:lnTo>
                  <a:lnTo>
                    <a:pt x="24310" y="242419"/>
                  </a:lnTo>
                  <a:lnTo>
                    <a:pt x="51599" y="275405"/>
                  </a:lnTo>
                  <a:lnTo>
                    <a:pt x="86221" y="297033"/>
                  </a:lnTo>
                  <a:lnTo>
                    <a:pt x="126111" y="304799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399"/>
                  </a:lnTo>
                  <a:lnTo>
                    <a:pt x="245913" y="104265"/>
                  </a:lnTo>
                  <a:lnTo>
                    <a:pt x="227993" y="62435"/>
                  </a:lnTo>
                  <a:lnTo>
                    <a:pt x="200667" y="29431"/>
                  </a:lnTo>
                  <a:lnTo>
                    <a:pt x="166013" y="7778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1" name="object 138"/>
            <p:cNvSpPr/>
            <p:nvPr/>
          </p:nvSpPr>
          <p:spPr>
            <a:xfrm>
              <a:off x="7901685" y="486206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399"/>
                  </a:moveTo>
                  <a:lnTo>
                    <a:pt x="6422" y="104265"/>
                  </a:lnTo>
                  <a:lnTo>
                    <a:pt x="24310" y="62435"/>
                  </a:lnTo>
                  <a:lnTo>
                    <a:pt x="51599" y="29431"/>
                  </a:lnTo>
                  <a:lnTo>
                    <a:pt x="86221" y="7778"/>
                  </a:lnTo>
                  <a:lnTo>
                    <a:pt x="126111" y="0"/>
                  </a:lnTo>
                  <a:lnTo>
                    <a:pt x="166013" y="7778"/>
                  </a:lnTo>
                  <a:lnTo>
                    <a:pt x="200667" y="29431"/>
                  </a:lnTo>
                  <a:lnTo>
                    <a:pt x="227993" y="62435"/>
                  </a:lnTo>
                  <a:lnTo>
                    <a:pt x="245913" y="104265"/>
                  </a:lnTo>
                  <a:lnTo>
                    <a:pt x="252349" y="152399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799"/>
                  </a:lnTo>
                  <a:lnTo>
                    <a:pt x="86221" y="297033"/>
                  </a:lnTo>
                  <a:lnTo>
                    <a:pt x="51599" y="275405"/>
                  </a:lnTo>
                  <a:lnTo>
                    <a:pt x="24310" y="242419"/>
                  </a:lnTo>
                  <a:lnTo>
                    <a:pt x="6422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2" name="object 139"/>
          <p:cNvSpPr txBox="1"/>
          <p:nvPr/>
        </p:nvSpPr>
        <p:spPr>
          <a:xfrm>
            <a:off x="7958073" y="485038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3" name="object 140"/>
          <p:cNvSpPr txBox="1"/>
          <p:nvPr/>
        </p:nvSpPr>
        <p:spPr>
          <a:xfrm>
            <a:off x="8233918" y="1218946"/>
            <a:ext cx="1069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8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4" name="object 141"/>
          <p:cNvSpPr txBox="1"/>
          <p:nvPr/>
        </p:nvSpPr>
        <p:spPr>
          <a:xfrm>
            <a:off x="8233918" y="1557124"/>
            <a:ext cx="1138555" cy="815340"/>
          </a:xfrm>
          <a:prstGeom prst="rect">
            <a:avLst/>
          </a:prstGeom>
        </p:spPr>
        <p:txBody>
          <a:bodyPr vert="horz" wrap="square" lIns="0" tIns="1333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94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5" name="object 142"/>
          <p:cNvSpPr txBox="1"/>
          <p:nvPr/>
        </p:nvSpPr>
        <p:spPr>
          <a:xfrm>
            <a:off x="8233918" y="2551557"/>
            <a:ext cx="754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6" name="object 143"/>
          <p:cNvSpPr txBox="1"/>
          <p:nvPr/>
        </p:nvSpPr>
        <p:spPr>
          <a:xfrm>
            <a:off x="8233918" y="2983738"/>
            <a:ext cx="1233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Output</a:t>
            </a:r>
            <a:r>
              <a:rPr sz="18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Table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7" name="object 144"/>
          <p:cNvSpPr txBox="1"/>
          <p:nvPr/>
        </p:nvSpPr>
        <p:spPr>
          <a:xfrm>
            <a:off x="8223884" y="3895090"/>
            <a:ext cx="11385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8" name="object 145"/>
          <p:cNvSpPr txBox="1"/>
          <p:nvPr/>
        </p:nvSpPr>
        <p:spPr>
          <a:xfrm>
            <a:off x="8239125" y="4305046"/>
            <a:ext cx="1138555" cy="1537335"/>
          </a:xfrm>
          <a:prstGeom prst="rect">
            <a:avLst/>
          </a:prstGeom>
        </p:spPr>
        <p:txBody>
          <a:bodyPr vert="horz" wrap="square" lIns="0" tIns="160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6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09220" marR="23495" indent="-31750">
              <a:lnSpc>
                <a:spcPct val="144000"/>
              </a:lnSpc>
              <a:spcBef>
                <a:spcPts val="22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2 </a:t>
            </a:r>
            <a:r>
              <a:rPr sz="1800" dirty="0">
                <a:latin typeface="Calibri" panose="020F0502020204030204"/>
                <a:cs typeface="Calibri" panose="020F0502020204030204"/>
              </a:rPr>
              <a:t>1564B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09220">
              <a:lnSpc>
                <a:spcPct val="100000"/>
              </a:lnSpc>
            </a:pPr>
            <a:r>
              <a:rPr sz="1800" spc="-10" dirty="0">
                <a:latin typeface="Calibri" panose="020F0502020204030204"/>
                <a:cs typeface="Calibri" panose="020F0502020204030204"/>
              </a:rPr>
              <a:t>Table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9" name="object 146"/>
          <p:cNvSpPr/>
          <p:nvPr/>
        </p:nvSpPr>
        <p:spPr>
          <a:xfrm>
            <a:off x="9522586" y="1040130"/>
            <a:ext cx="73025" cy="5135880"/>
          </a:xfrm>
          <a:custGeom>
            <a:avLst/>
            <a:gdLst/>
            <a:ahLst/>
            <a:cxnLst/>
            <a:rect l="l" t="t" r="r" b="b"/>
            <a:pathLst>
              <a:path w="73025" h="5135880">
                <a:moveTo>
                  <a:pt x="0" y="0"/>
                </a:moveTo>
                <a:lnTo>
                  <a:pt x="72771" y="5135676"/>
                </a:lnTo>
              </a:path>
            </a:pathLst>
          </a:custGeom>
          <a:ln w="57150">
            <a:solidFill>
              <a:srgbClr val="EC7C3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0" name="object 147"/>
          <p:cNvSpPr txBox="1"/>
          <p:nvPr/>
        </p:nvSpPr>
        <p:spPr>
          <a:xfrm>
            <a:off x="8371078" y="801115"/>
            <a:ext cx="6172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1564B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1" name="object 148"/>
          <p:cNvGrpSpPr/>
          <p:nvPr/>
        </p:nvGrpSpPr>
        <p:grpSpPr>
          <a:xfrm>
            <a:off x="7932546" y="5382386"/>
            <a:ext cx="264795" cy="297815"/>
            <a:chOff x="7932546" y="5382386"/>
            <a:chExt cx="264795" cy="297815"/>
          </a:xfrm>
        </p:grpSpPr>
        <p:sp>
          <p:nvSpPr>
            <p:cNvPr id="152" name="object 149"/>
            <p:cNvSpPr/>
            <p:nvPr/>
          </p:nvSpPr>
          <p:spPr>
            <a:xfrm>
              <a:off x="7938896" y="53887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50"/>
                  </a:lnTo>
                  <a:lnTo>
                    <a:pt x="24302" y="226417"/>
                  </a:lnTo>
                  <a:lnTo>
                    <a:pt x="51572" y="257224"/>
                  </a:lnTo>
                  <a:lnTo>
                    <a:pt x="86156" y="277427"/>
                  </a:lnTo>
                  <a:lnTo>
                    <a:pt x="125983" y="284683"/>
                  </a:lnTo>
                  <a:lnTo>
                    <a:pt x="165811" y="277427"/>
                  </a:lnTo>
                  <a:lnTo>
                    <a:pt x="200395" y="257224"/>
                  </a:lnTo>
                  <a:lnTo>
                    <a:pt x="227665" y="226417"/>
                  </a:lnTo>
                  <a:lnTo>
                    <a:pt x="245546" y="18735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3" name="object 150"/>
            <p:cNvSpPr/>
            <p:nvPr/>
          </p:nvSpPr>
          <p:spPr>
            <a:xfrm>
              <a:off x="7938896" y="53887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50"/>
                  </a:lnTo>
                  <a:lnTo>
                    <a:pt x="227665" y="226417"/>
                  </a:lnTo>
                  <a:lnTo>
                    <a:pt x="200395" y="257224"/>
                  </a:lnTo>
                  <a:lnTo>
                    <a:pt x="165811" y="277427"/>
                  </a:lnTo>
                  <a:lnTo>
                    <a:pt x="125983" y="284683"/>
                  </a:lnTo>
                  <a:lnTo>
                    <a:pt x="86156" y="277427"/>
                  </a:lnTo>
                  <a:lnTo>
                    <a:pt x="51572" y="257224"/>
                  </a:lnTo>
                  <a:lnTo>
                    <a:pt x="24302" y="226417"/>
                  </a:lnTo>
                  <a:lnTo>
                    <a:pt x="6421" y="187350"/>
                  </a:lnTo>
                  <a:lnTo>
                    <a:pt x="0" y="142366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4" name="object 151"/>
          <p:cNvSpPr txBox="1"/>
          <p:nvPr/>
        </p:nvSpPr>
        <p:spPr>
          <a:xfrm>
            <a:off x="7981315" y="541794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5" name="object 152"/>
          <p:cNvGrpSpPr/>
          <p:nvPr/>
        </p:nvGrpSpPr>
        <p:grpSpPr>
          <a:xfrm>
            <a:off x="9696068" y="1316989"/>
            <a:ext cx="264795" cy="297815"/>
            <a:chOff x="9696068" y="1316989"/>
            <a:chExt cx="264795" cy="297815"/>
          </a:xfrm>
        </p:grpSpPr>
        <p:sp>
          <p:nvSpPr>
            <p:cNvPr id="156" name="object 153"/>
            <p:cNvSpPr/>
            <p:nvPr/>
          </p:nvSpPr>
          <p:spPr>
            <a:xfrm>
              <a:off x="9702418" y="13233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3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7" name="object 154"/>
            <p:cNvSpPr/>
            <p:nvPr/>
          </p:nvSpPr>
          <p:spPr>
            <a:xfrm>
              <a:off x="9702418" y="13233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3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8" name="object 155"/>
          <p:cNvSpPr txBox="1"/>
          <p:nvPr/>
        </p:nvSpPr>
        <p:spPr>
          <a:xfrm>
            <a:off x="9745218" y="13519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9" name="object 156"/>
          <p:cNvGrpSpPr/>
          <p:nvPr/>
        </p:nvGrpSpPr>
        <p:grpSpPr>
          <a:xfrm>
            <a:off x="9713341" y="1779270"/>
            <a:ext cx="264795" cy="297815"/>
            <a:chOff x="9713341" y="1779270"/>
            <a:chExt cx="264795" cy="297815"/>
          </a:xfrm>
        </p:grpSpPr>
        <p:sp>
          <p:nvSpPr>
            <p:cNvPr id="160" name="object 157"/>
            <p:cNvSpPr/>
            <p:nvPr/>
          </p:nvSpPr>
          <p:spPr>
            <a:xfrm>
              <a:off x="9719691" y="17856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762" y="277347"/>
                  </a:lnTo>
                  <a:lnTo>
                    <a:pt x="200340" y="257134"/>
                  </a:lnTo>
                  <a:lnTo>
                    <a:pt x="227628" y="226313"/>
                  </a:lnTo>
                  <a:lnTo>
                    <a:pt x="245534" y="187233"/>
                  </a:lnTo>
                  <a:lnTo>
                    <a:pt x="251967" y="142239"/>
                  </a:lnTo>
                  <a:lnTo>
                    <a:pt x="245534" y="97308"/>
                  </a:lnTo>
                  <a:lnTo>
                    <a:pt x="227628" y="58265"/>
                  </a:lnTo>
                  <a:lnTo>
                    <a:pt x="200340" y="27464"/>
                  </a:lnTo>
                  <a:lnTo>
                    <a:pt x="165762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1" name="object 158"/>
            <p:cNvSpPr/>
            <p:nvPr/>
          </p:nvSpPr>
          <p:spPr>
            <a:xfrm>
              <a:off x="9719691" y="17856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762" y="7258"/>
                  </a:lnTo>
                  <a:lnTo>
                    <a:pt x="200340" y="27464"/>
                  </a:lnTo>
                  <a:lnTo>
                    <a:pt x="227628" y="58265"/>
                  </a:lnTo>
                  <a:lnTo>
                    <a:pt x="245534" y="97308"/>
                  </a:lnTo>
                  <a:lnTo>
                    <a:pt x="251967" y="142239"/>
                  </a:lnTo>
                  <a:lnTo>
                    <a:pt x="245534" y="187233"/>
                  </a:lnTo>
                  <a:lnTo>
                    <a:pt x="227628" y="226313"/>
                  </a:lnTo>
                  <a:lnTo>
                    <a:pt x="200340" y="257134"/>
                  </a:lnTo>
                  <a:lnTo>
                    <a:pt x="165762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2" name="object 159"/>
          <p:cNvSpPr txBox="1"/>
          <p:nvPr/>
        </p:nvSpPr>
        <p:spPr>
          <a:xfrm>
            <a:off x="9762235" y="181394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3" name="object 160"/>
          <p:cNvGrpSpPr/>
          <p:nvPr/>
        </p:nvGrpSpPr>
        <p:grpSpPr>
          <a:xfrm>
            <a:off x="9763252" y="2177542"/>
            <a:ext cx="264795" cy="297815"/>
            <a:chOff x="9763252" y="2177542"/>
            <a:chExt cx="264795" cy="297815"/>
          </a:xfrm>
        </p:grpSpPr>
        <p:sp>
          <p:nvSpPr>
            <p:cNvPr id="164" name="object 161"/>
            <p:cNvSpPr/>
            <p:nvPr/>
          </p:nvSpPr>
          <p:spPr>
            <a:xfrm>
              <a:off x="9769602" y="21838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749" y="277347"/>
                  </a:lnTo>
                  <a:lnTo>
                    <a:pt x="200296" y="257134"/>
                  </a:lnTo>
                  <a:lnTo>
                    <a:pt x="227546" y="226314"/>
                  </a:lnTo>
                  <a:lnTo>
                    <a:pt x="245420" y="187233"/>
                  </a:lnTo>
                  <a:lnTo>
                    <a:pt x="251841" y="142240"/>
                  </a:lnTo>
                  <a:lnTo>
                    <a:pt x="245420" y="97308"/>
                  </a:lnTo>
                  <a:lnTo>
                    <a:pt x="227546" y="58265"/>
                  </a:lnTo>
                  <a:lnTo>
                    <a:pt x="200296" y="27464"/>
                  </a:lnTo>
                  <a:lnTo>
                    <a:pt x="165749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5" name="object 162"/>
            <p:cNvSpPr/>
            <p:nvPr/>
          </p:nvSpPr>
          <p:spPr>
            <a:xfrm>
              <a:off x="9769602" y="21838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749" y="7258"/>
                  </a:lnTo>
                  <a:lnTo>
                    <a:pt x="200296" y="27464"/>
                  </a:lnTo>
                  <a:lnTo>
                    <a:pt x="227546" y="58265"/>
                  </a:lnTo>
                  <a:lnTo>
                    <a:pt x="245420" y="97308"/>
                  </a:lnTo>
                  <a:lnTo>
                    <a:pt x="251841" y="142240"/>
                  </a:lnTo>
                  <a:lnTo>
                    <a:pt x="245420" y="187233"/>
                  </a:lnTo>
                  <a:lnTo>
                    <a:pt x="227546" y="226314"/>
                  </a:lnTo>
                  <a:lnTo>
                    <a:pt x="200296" y="257134"/>
                  </a:lnTo>
                  <a:lnTo>
                    <a:pt x="165749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6" name="object 163"/>
          <p:cNvSpPr txBox="1"/>
          <p:nvPr/>
        </p:nvSpPr>
        <p:spPr>
          <a:xfrm>
            <a:off x="9812273" y="221234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7" name="object 164"/>
          <p:cNvGrpSpPr/>
          <p:nvPr/>
        </p:nvGrpSpPr>
        <p:grpSpPr>
          <a:xfrm>
            <a:off x="9770491" y="2603245"/>
            <a:ext cx="264795" cy="297815"/>
            <a:chOff x="9770491" y="2603245"/>
            <a:chExt cx="264795" cy="297815"/>
          </a:xfrm>
        </p:grpSpPr>
        <p:sp>
          <p:nvSpPr>
            <p:cNvPr id="168" name="object 165"/>
            <p:cNvSpPr/>
            <p:nvPr/>
          </p:nvSpPr>
          <p:spPr>
            <a:xfrm>
              <a:off x="9776841" y="26095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9" name="object 166"/>
            <p:cNvSpPr/>
            <p:nvPr/>
          </p:nvSpPr>
          <p:spPr>
            <a:xfrm>
              <a:off x="9776841" y="26095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0" name="object 167"/>
          <p:cNvSpPr txBox="1"/>
          <p:nvPr/>
        </p:nvSpPr>
        <p:spPr>
          <a:xfrm>
            <a:off x="9819513" y="2561971"/>
            <a:ext cx="11379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96240" algn="l"/>
              </a:tabLst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14</a:t>
            </a:r>
            <a:r>
              <a:rPr sz="12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1" name="object 168"/>
          <p:cNvSpPr txBox="1"/>
          <p:nvPr/>
        </p:nvSpPr>
        <p:spPr>
          <a:xfrm>
            <a:off x="10203306" y="1256538"/>
            <a:ext cx="1069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8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2" name="object 169"/>
          <p:cNvSpPr txBox="1"/>
          <p:nvPr/>
        </p:nvSpPr>
        <p:spPr>
          <a:xfrm>
            <a:off x="10153268" y="1608327"/>
            <a:ext cx="1018540" cy="7962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230" marR="5080" indent="-50165">
              <a:lnSpc>
                <a:spcPct val="14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CNC </a:t>
            </a:r>
            <a:r>
              <a:rPr sz="1800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CNC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3" name="object 170"/>
          <p:cNvSpPr txBox="1"/>
          <p:nvPr/>
        </p:nvSpPr>
        <p:spPr>
          <a:xfrm>
            <a:off x="10323956" y="5274945"/>
            <a:ext cx="754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4" name="object 171"/>
          <p:cNvSpPr txBox="1"/>
          <p:nvPr/>
        </p:nvSpPr>
        <p:spPr>
          <a:xfrm>
            <a:off x="10153268" y="2886202"/>
            <a:ext cx="1440180" cy="845819"/>
          </a:xfrm>
          <a:prstGeom prst="rect">
            <a:avLst/>
          </a:prstGeom>
        </p:spPr>
        <p:txBody>
          <a:bodyPr vert="horz" wrap="square" lIns="0" tIns="14795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6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1563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O/P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Table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9685" algn="ctr">
              <a:lnSpc>
                <a:spcPct val="100000"/>
              </a:lnSpc>
              <a:spcBef>
                <a:spcPts val="1070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1561A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5" name="object 172"/>
          <p:cNvSpPr txBox="1"/>
          <p:nvPr/>
        </p:nvSpPr>
        <p:spPr>
          <a:xfrm>
            <a:off x="10310876" y="879094"/>
            <a:ext cx="6172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1561B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76" name="object 173"/>
          <p:cNvGrpSpPr/>
          <p:nvPr/>
        </p:nvGrpSpPr>
        <p:grpSpPr>
          <a:xfrm>
            <a:off x="9807193" y="3072638"/>
            <a:ext cx="264795" cy="297815"/>
            <a:chOff x="9807193" y="3072638"/>
            <a:chExt cx="264795" cy="297815"/>
          </a:xfrm>
        </p:grpSpPr>
        <p:sp>
          <p:nvSpPr>
            <p:cNvPr id="177" name="object 174"/>
            <p:cNvSpPr/>
            <p:nvPr/>
          </p:nvSpPr>
          <p:spPr>
            <a:xfrm>
              <a:off x="9813543" y="30789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749" y="277347"/>
                  </a:lnTo>
                  <a:lnTo>
                    <a:pt x="200296" y="257134"/>
                  </a:lnTo>
                  <a:lnTo>
                    <a:pt x="227546" y="226313"/>
                  </a:lnTo>
                  <a:lnTo>
                    <a:pt x="245420" y="187233"/>
                  </a:lnTo>
                  <a:lnTo>
                    <a:pt x="251840" y="142239"/>
                  </a:lnTo>
                  <a:lnTo>
                    <a:pt x="245420" y="97259"/>
                  </a:lnTo>
                  <a:lnTo>
                    <a:pt x="227546" y="58210"/>
                  </a:lnTo>
                  <a:lnTo>
                    <a:pt x="200296" y="27427"/>
                  </a:lnTo>
                  <a:lnTo>
                    <a:pt x="165749" y="7246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8" name="object 175"/>
            <p:cNvSpPr/>
            <p:nvPr/>
          </p:nvSpPr>
          <p:spPr>
            <a:xfrm>
              <a:off x="9813543" y="30789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3" y="0"/>
                  </a:lnTo>
                  <a:lnTo>
                    <a:pt x="165749" y="7246"/>
                  </a:lnTo>
                  <a:lnTo>
                    <a:pt x="200296" y="27427"/>
                  </a:lnTo>
                  <a:lnTo>
                    <a:pt x="227546" y="58210"/>
                  </a:lnTo>
                  <a:lnTo>
                    <a:pt x="245420" y="97259"/>
                  </a:lnTo>
                  <a:lnTo>
                    <a:pt x="251840" y="142239"/>
                  </a:lnTo>
                  <a:lnTo>
                    <a:pt x="245420" y="187233"/>
                  </a:lnTo>
                  <a:lnTo>
                    <a:pt x="227546" y="226313"/>
                  </a:lnTo>
                  <a:lnTo>
                    <a:pt x="200296" y="257134"/>
                  </a:lnTo>
                  <a:lnTo>
                    <a:pt x="165749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9" name="object 176"/>
          <p:cNvSpPr txBox="1"/>
          <p:nvPr/>
        </p:nvSpPr>
        <p:spPr>
          <a:xfrm>
            <a:off x="9856089" y="3107563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0" name="object 177"/>
          <p:cNvGrpSpPr/>
          <p:nvPr/>
        </p:nvGrpSpPr>
        <p:grpSpPr>
          <a:xfrm>
            <a:off x="9767316" y="3974465"/>
            <a:ext cx="264795" cy="297815"/>
            <a:chOff x="9767316" y="3974465"/>
            <a:chExt cx="264795" cy="297815"/>
          </a:xfrm>
        </p:grpSpPr>
        <p:sp>
          <p:nvSpPr>
            <p:cNvPr id="181" name="object 178"/>
            <p:cNvSpPr/>
            <p:nvPr/>
          </p:nvSpPr>
          <p:spPr>
            <a:xfrm>
              <a:off x="9773666" y="398081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8"/>
                  </a:lnTo>
                  <a:lnTo>
                    <a:pt x="51544" y="27464"/>
                  </a:lnTo>
                  <a:lnTo>
                    <a:pt x="24294" y="58265"/>
                  </a:lnTo>
                  <a:lnTo>
                    <a:pt x="6420" y="97308"/>
                  </a:lnTo>
                  <a:lnTo>
                    <a:pt x="0" y="142240"/>
                  </a:lnTo>
                  <a:lnTo>
                    <a:pt x="6420" y="187233"/>
                  </a:lnTo>
                  <a:lnTo>
                    <a:pt x="24294" y="226314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7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4"/>
                  </a:lnTo>
                  <a:lnTo>
                    <a:pt x="245419" y="187233"/>
                  </a:lnTo>
                  <a:lnTo>
                    <a:pt x="251840" y="142240"/>
                  </a:lnTo>
                  <a:lnTo>
                    <a:pt x="245419" y="97308"/>
                  </a:lnTo>
                  <a:lnTo>
                    <a:pt x="227538" y="58265"/>
                  </a:lnTo>
                  <a:lnTo>
                    <a:pt x="200268" y="27464"/>
                  </a:lnTo>
                  <a:lnTo>
                    <a:pt x="165684" y="7258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2" name="object 179"/>
            <p:cNvSpPr/>
            <p:nvPr/>
          </p:nvSpPr>
          <p:spPr>
            <a:xfrm>
              <a:off x="9773666" y="398081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0" y="97308"/>
                  </a:lnTo>
                  <a:lnTo>
                    <a:pt x="24294" y="58265"/>
                  </a:lnTo>
                  <a:lnTo>
                    <a:pt x="51544" y="27464"/>
                  </a:lnTo>
                  <a:lnTo>
                    <a:pt x="86091" y="7258"/>
                  </a:lnTo>
                  <a:lnTo>
                    <a:pt x="125856" y="0"/>
                  </a:lnTo>
                  <a:lnTo>
                    <a:pt x="165684" y="7258"/>
                  </a:lnTo>
                  <a:lnTo>
                    <a:pt x="200268" y="27464"/>
                  </a:lnTo>
                  <a:lnTo>
                    <a:pt x="227538" y="58265"/>
                  </a:lnTo>
                  <a:lnTo>
                    <a:pt x="245419" y="97308"/>
                  </a:lnTo>
                  <a:lnTo>
                    <a:pt x="251840" y="142240"/>
                  </a:lnTo>
                  <a:lnTo>
                    <a:pt x="245419" y="187233"/>
                  </a:lnTo>
                  <a:lnTo>
                    <a:pt x="227538" y="226314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7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4"/>
                  </a:lnTo>
                  <a:lnTo>
                    <a:pt x="6420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3" name="object 180"/>
          <p:cNvSpPr txBox="1"/>
          <p:nvPr/>
        </p:nvSpPr>
        <p:spPr>
          <a:xfrm>
            <a:off x="9816210" y="400977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16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4" name="object 181"/>
          <p:cNvGrpSpPr/>
          <p:nvPr/>
        </p:nvGrpSpPr>
        <p:grpSpPr>
          <a:xfrm>
            <a:off x="9807193" y="4392421"/>
            <a:ext cx="264795" cy="297815"/>
            <a:chOff x="9807193" y="4392421"/>
            <a:chExt cx="264795" cy="297815"/>
          </a:xfrm>
        </p:grpSpPr>
        <p:sp>
          <p:nvSpPr>
            <p:cNvPr id="185" name="object 182"/>
            <p:cNvSpPr/>
            <p:nvPr/>
          </p:nvSpPr>
          <p:spPr>
            <a:xfrm>
              <a:off x="9813543" y="43987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3" y="284606"/>
                  </a:lnTo>
                  <a:lnTo>
                    <a:pt x="165749" y="277348"/>
                  </a:lnTo>
                  <a:lnTo>
                    <a:pt x="200296" y="257142"/>
                  </a:lnTo>
                  <a:lnTo>
                    <a:pt x="227546" y="226341"/>
                  </a:lnTo>
                  <a:lnTo>
                    <a:pt x="245420" y="187298"/>
                  </a:lnTo>
                  <a:lnTo>
                    <a:pt x="251840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6" name="object 183"/>
            <p:cNvSpPr/>
            <p:nvPr/>
          </p:nvSpPr>
          <p:spPr>
            <a:xfrm>
              <a:off x="9813543" y="43987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0" y="142366"/>
                  </a:lnTo>
                  <a:lnTo>
                    <a:pt x="245420" y="187298"/>
                  </a:lnTo>
                  <a:lnTo>
                    <a:pt x="227546" y="226341"/>
                  </a:lnTo>
                  <a:lnTo>
                    <a:pt x="200296" y="257142"/>
                  </a:lnTo>
                  <a:lnTo>
                    <a:pt x="165749" y="277348"/>
                  </a:lnTo>
                  <a:lnTo>
                    <a:pt x="125983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7" name="object 184"/>
          <p:cNvSpPr txBox="1"/>
          <p:nvPr/>
        </p:nvSpPr>
        <p:spPr>
          <a:xfrm>
            <a:off x="9856089" y="442760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17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8" name="object 185"/>
          <p:cNvGrpSpPr/>
          <p:nvPr/>
        </p:nvGrpSpPr>
        <p:grpSpPr>
          <a:xfrm>
            <a:off x="9807193" y="4824729"/>
            <a:ext cx="264795" cy="297815"/>
            <a:chOff x="9807193" y="4824729"/>
            <a:chExt cx="264795" cy="297815"/>
          </a:xfrm>
        </p:grpSpPr>
        <p:sp>
          <p:nvSpPr>
            <p:cNvPr id="189" name="object 186"/>
            <p:cNvSpPr/>
            <p:nvPr/>
          </p:nvSpPr>
          <p:spPr>
            <a:xfrm>
              <a:off x="9813543" y="48310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7"/>
                  </a:lnTo>
                  <a:lnTo>
                    <a:pt x="165749" y="277360"/>
                  </a:lnTo>
                  <a:lnTo>
                    <a:pt x="200296" y="257179"/>
                  </a:lnTo>
                  <a:lnTo>
                    <a:pt x="227546" y="226396"/>
                  </a:lnTo>
                  <a:lnTo>
                    <a:pt x="245420" y="187347"/>
                  </a:lnTo>
                  <a:lnTo>
                    <a:pt x="251840" y="142367"/>
                  </a:lnTo>
                  <a:lnTo>
                    <a:pt x="245420" y="97373"/>
                  </a:lnTo>
                  <a:lnTo>
                    <a:pt x="227546" y="58293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0" name="object 187"/>
            <p:cNvSpPr/>
            <p:nvPr/>
          </p:nvSpPr>
          <p:spPr>
            <a:xfrm>
              <a:off x="9813543" y="48310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3"/>
                  </a:lnTo>
                  <a:lnTo>
                    <a:pt x="245420" y="97373"/>
                  </a:lnTo>
                  <a:lnTo>
                    <a:pt x="251840" y="142367"/>
                  </a:lnTo>
                  <a:lnTo>
                    <a:pt x="245420" y="187347"/>
                  </a:lnTo>
                  <a:lnTo>
                    <a:pt x="227546" y="226396"/>
                  </a:lnTo>
                  <a:lnTo>
                    <a:pt x="200296" y="257179"/>
                  </a:lnTo>
                  <a:lnTo>
                    <a:pt x="165749" y="277360"/>
                  </a:lnTo>
                  <a:lnTo>
                    <a:pt x="125983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1" name="object 188"/>
          <p:cNvSpPr txBox="1"/>
          <p:nvPr/>
        </p:nvSpPr>
        <p:spPr>
          <a:xfrm>
            <a:off x="9856089" y="4860163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92" name="object 189"/>
          <p:cNvGrpSpPr/>
          <p:nvPr/>
        </p:nvGrpSpPr>
        <p:grpSpPr>
          <a:xfrm>
            <a:off x="9825481" y="5242940"/>
            <a:ext cx="264795" cy="297815"/>
            <a:chOff x="9825481" y="5242940"/>
            <a:chExt cx="264795" cy="297815"/>
          </a:xfrm>
        </p:grpSpPr>
        <p:sp>
          <p:nvSpPr>
            <p:cNvPr id="193" name="object 190"/>
            <p:cNvSpPr/>
            <p:nvPr/>
          </p:nvSpPr>
          <p:spPr>
            <a:xfrm>
              <a:off x="9831831" y="52492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4" name="object 191"/>
            <p:cNvSpPr/>
            <p:nvPr/>
          </p:nvSpPr>
          <p:spPr>
            <a:xfrm>
              <a:off x="9831831" y="52492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5" name="object 192"/>
          <p:cNvSpPr txBox="1"/>
          <p:nvPr/>
        </p:nvSpPr>
        <p:spPr>
          <a:xfrm>
            <a:off x="9874377" y="5278373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6" name="object 193"/>
          <p:cNvSpPr txBox="1"/>
          <p:nvPr/>
        </p:nvSpPr>
        <p:spPr>
          <a:xfrm>
            <a:off x="10136251" y="3884854"/>
            <a:ext cx="1079500" cy="702945"/>
          </a:xfrm>
          <a:prstGeom prst="rect">
            <a:avLst/>
          </a:prstGeom>
        </p:spPr>
        <p:txBody>
          <a:bodyPr vert="horz" wrap="square" lIns="0" tIns="768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8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3190">
              <a:lnSpc>
                <a:spcPct val="100000"/>
              </a:lnSpc>
              <a:spcBef>
                <a:spcPts val="51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CNC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7" name="object 194"/>
          <p:cNvSpPr txBox="1"/>
          <p:nvPr/>
        </p:nvSpPr>
        <p:spPr>
          <a:xfrm>
            <a:off x="10294366" y="4805298"/>
            <a:ext cx="9683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CNC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8" name="object 195"/>
          <p:cNvSpPr txBox="1"/>
          <p:nvPr/>
        </p:nvSpPr>
        <p:spPr>
          <a:xfrm>
            <a:off x="10227056" y="5708700"/>
            <a:ext cx="15728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1561A O/P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Table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9" name="object 197"/>
          <p:cNvSpPr txBox="1"/>
          <p:nvPr/>
        </p:nvSpPr>
        <p:spPr>
          <a:xfrm>
            <a:off x="8246491" y="3466845"/>
            <a:ext cx="1069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8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00" name="object 198"/>
          <p:cNvGrpSpPr/>
          <p:nvPr/>
        </p:nvGrpSpPr>
        <p:grpSpPr>
          <a:xfrm>
            <a:off x="9839579" y="5669597"/>
            <a:ext cx="264795" cy="297815"/>
            <a:chOff x="9839579" y="5669597"/>
            <a:chExt cx="264795" cy="297815"/>
          </a:xfrm>
        </p:grpSpPr>
        <p:sp>
          <p:nvSpPr>
            <p:cNvPr id="201" name="object 199"/>
            <p:cNvSpPr/>
            <p:nvPr/>
          </p:nvSpPr>
          <p:spPr>
            <a:xfrm>
              <a:off x="9845929" y="56759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6"/>
                  </a:lnTo>
                  <a:lnTo>
                    <a:pt x="51572" y="27462"/>
                  </a:lnTo>
                  <a:lnTo>
                    <a:pt x="24302" y="58273"/>
                  </a:lnTo>
                  <a:lnTo>
                    <a:pt x="6421" y="97344"/>
                  </a:lnTo>
                  <a:lnTo>
                    <a:pt x="0" y="142328"/>
                  </a:lnTo>
                  <a:lnTo>
                    <a:pt x="6421" y="187312"/>
                  </a:lnTo>
                  <a:lnTo>
                    <a:pt x="24302" y="226379"/>
                  </a:lnTo>
                  <a:lnTo>
                    <a:pt x="51572" y="257186"/>
                  </a:lnTo>
                  <a:lnTo>
                    <a:pt x="86156" y="277389"/>
                  </a:lnTo>
                  <a:lnTo>
                    <a:pt x="125984" y="284645"/>
                  </a:lnTo>
                  <a:lnTo>
                    <a:pt x="165749" y="277389"/>
                  </a:lnTo>
                  <a:lnTo>
                    <a:pt x="200296" y="257186"/>
                  </a:lnTo>
                  <a:lnTo>
                    <a:pt x="227546" y="226379"/>
                  </a:lnTo>
                  <a:lnTo>
                    <a:pt x="245420" y="187312"/>
                  </a:lnTo>
                  <a:lnTo>
                    <a:pt x="251841" y="142328"/>
                  </a:lnTo>
                  <a:lnTo>
                    <a:pt x="245420" y="97344"/>
                  </a:lnTo>
                  <a:lnTo>
                    <a:pt x="227546" y="58273"/>
                  </a:lnTo>
                  <a:lnTo>
                    <a:pt x="200296" y="27462"/>
                  </a:lnTo>
                  <a:lnTo>
                    <a:pt x="165749" y="725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2" name="object 200"/>
            <p:cNvSpPr/>
            <p:nvPr/>
          </p:nvSpPr>
          <p:spPr>
            <a:xfrm>
              <a:off x="9845929" y="56759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28"/>
                  </a:moveTo>
                  <a:lnTo>
                    <a:pt x="6421" y="97344"/>
                  </a:lnTo>
                  <a:lnTo>
                    <a:pt x="24302" y="58273"/>
                  </a:lnTo>
                  <a:lnTo>
                    <a:pt x="51572" y="27462"/>
                  </a:lnTo>
                  <a:lnTo>
                    <a:pt x="86156" y="7256"/>
                  </a:lnTo>
                  <a:lnTo>
                    <a:pt x="125984" y="0"/>
                  </a:lnTo>
                  <a:lnTo>
                    <a:pt x="165749" y="7256"/>
                  </a:lnTo>
                  <a:lnTo>
                    <a:pt x="200296" y="27462"/>
                  </a:lnTo>
                  <a:lnTo>
                    <a:pt x="227546" y="58273"/>
                  </a:lnTo>
                  <a:lnTo>
                    <a:pt x="245420" y="97344"/>
                  </a:lnTo>
                  <a:lnTo>
                    <a:pt x="251841" y="142328"/>
                  </a:lnTo>
                  <a:lnTo>
                    <a:pt x="245420" y="187312"/>
                  </a:lnTo>
                  <a:lnTo>
                    <a:pt x="227546" y="226379"/>
                  </a:lnTo>
                  <a:lnTo>
                    <a:pt x="200296" y="257186"/>
                  </a:lnTo>
                  <a:lnTo>
                    <a:pt x="165749" y="277389"/>
                  </a:lnTo>
                  <a:lnTo>
                    <a:pt x="125984" y="284645"/>
                  </a:lnTo>
                  <a:lnTo>
                    <a:pt x="86156" y="277389"/>
                  </a:lnTo>
                  <a:lnTo>
                    <a:pt x="51572" y="257186"/>
                  </a:lnTo>
                  <a:lnTo>
                    <a:pt x="24302" y="226379"/>
                  </a:lnTo>
                  <a:lnTo>
                    <a:pt x="6421" y="187312"/>
                  </a:lnTo>
                  <a:lnTo>
                    <a:pt x="0" y="142328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3" name="object 201"/>
          <p:cNvSpPr txBox="1"/>
          <p:nvPr/>
        </p:nvSpPr>
        <p:spPr>
          <a:xfrm>
            <a:off x="9888728" y="570534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4" name="object 202"/>
          <p:cNvSpPr txBox="1"/>
          <p:nvPr/>
        </p:nvSpPr>
        <p:spPr>
          <a:xfrm>
            <a:off x="1005027" y="907602"/>
            <a:ext cx="1070610" cy="65532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415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1564A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8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5" name="object 203"/>
          <p:cNvSpPr txBox="1"/>
          <p:nvPr/>
        </p:nvSpPr>
        <p:spPr>
          <a:xfrm>
            <a:off x="1005027" y="2595194"/>
            <a:ext cx="75438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 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6" name="object 204"/>
          <p:cNvSpPr txBox="1"/>
          <p:nvPr/>
        </p:nvSpPr>
        <p:spPr>
          <a:xfrm>
            <a:off x="1021486" y="3051759"/>
            <a:ext cx="103124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1564A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latin typeface="Calibri" panose="020F0502020204030204"/>
                <a:cs typeface="Calibri" panose="020F0502020204030204"/>
              </a:rPr>
              <a:t>Table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07" name="object 205"/>
          <p:cNvGrpSpPr/>
          <p:nvPr/>
        </p:nvGrpSpPr>
        <p:grpSpPr>
          <a:xfrm>
            <a:off x="566038" y="1317625"/>
            <a:ext cx="264795" cy="297815"/>
            <a:chOff x="566038" y="1317625"/>
            <a:chExt cx="264795" cy="297815"/>
          </a:xfrm>
        </p:grpSpPr>
        <p:sp>
          <p:nvSpPr>
            <p:cNvPr id="208" name="object 206"/>
            <p:cNvSpPr/>
            <p:nvPr/>
          </p:nvSpPr>
          <p:spPr>
            <a:xfrm>
              <a:off x="572388" y="132397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5">
                  <a:moveTo>
                    <a:pt x="125958" y="0"/>
                  </a:moveTo>
                  <a:lnTo>
                    <a:pt x="86143" y="7259"/>
                  </a:lnTo>
                  <a:lnTo>
                    <a:pt x="51566" y="27472"/>
                  </a:lnTo>
                  <a:lnTo>
                    <a:pt x="24301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47"/>
                  </a:lnTo>
                  <a:lnTo>
                    <a:pt x="24301" y="226396"/>
                  </a:lnTo>
                  <a:lnTo>
                    <a:pt x="51566" y="257179"/>
                  </a:lnTo>
                  <a:lnTo>
                    <a:pt x="86143" y="277360"/>
                  </a:lnTo>
                  <a:lnTo>
                    <a:pt x="125958" y="284607"/>
                  </a:lnTo>
                  <a:lnTo>
                    <a:pt x="165773" y="277360"/>
                  </a:lnTo>
                  <a:lnTo>
                    <a:pt x="200350" y="257179"/>
                  </a:lnTo>
                  <a:lnTo>
                    <a:pt x="227616" y="226396"/>
                  </a:lnTo>
                  <a:lnTo>
                    <a:pt x="245496" y="187347"/>
                  </a:lnTo>
                  <a:lnTo>
                    <a:pt x="251917" y="142366"/>
                  </a:lnTo>
                  <a:lnTo>
                    <a:pt x="245496" y="97373"/>
                  </a:lnTo>
                  <a:lnTo>
                    <a:pt x="227616" y="58292"/>
                  </a:lnTo>
                  <a:lnTo>
                    <a:pt x="200350" y="27472"/>
                  </a:lnTo>
                  <a:lnTo>
                    <a:pt x="165773" y="7259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9" name="object 207"/>
            <p:cNvSpPr/>
            <p:nvPr/>
          </p:nvSpPr>
          <p:spPr>
            <a:xfrm>
              <a:off x="572388" y="132397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5">
                  <a:moveTo>
                    <a:pt x="0" y="142366"/>
                  </a:moveTo>
                  <a:lnTo>
                    <a:pt x="6420" y="97373"/>
                  </a:lnTo>
                  <a:lnTo>
                    <a:pt x="24301" y="58292"/>
                  </a:lnTo>
                  <a:lnTo>
                    <a:pt x="51566" y="27472"/>
                  </a:lnTo>
                  <a:lnTo>
                    <a:pt x="86143" y="7259"/>
                  </a:lnTo>
                  <a:lnTo>
                    <a:pt x="125958" y="0"/>
                  </a:lnTo>
                  <a:lnTo>
                    <a:pt x="165773" y="7259"/>
                  </a:lnTo>
                  <a:lnTo>
                    <a:pt x="200350" y="27472"/>
                  </a:lnTo>
                  <a:lnTo>
                    <a:pt x="227616" y="58292"/>
                  </a:lnTo>
                  <a:lnTo>
                    <a:pt x="245496" y="97373"/>
                  </a:lnTo>
                  <a:lnTo>
                    <a:pt x="251917" y="142366"/>
                  </a:lnTo>
                  <a:lnTo>
                    <a:pt x="245496" y="187347"/>
                  </a:lnTo>
                  <a:lnTo>
                    <a:pt x="227616" y="226396"/>
                  </a:lnTo>
                  <a:lnTo>
                    <a:pt x="200350" y="257179"/>
                  </a:lnTo>
                  <a:lnTo>
                    <a:pt x="165773" y="277360"/>
                  </a:lnTo>
                  <a:lnTo>
                    <a:pt x="125958" y="284607"/>
                  </a:lnTo>
                  <a:lnTo>
                    <a:pt x="86143" y="277360"/>
                  </a:lnTo>
                  <a:lnTo>
                    <a:pt x="51566" y="257179"/>
                  </a:lnTo>
                  <a:lnTo>
                    <a:pt x="24301" y="226396"/>
                  </a:lnTo>
                  <a:lnTo>
                    <a:pt x="6420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0" name="object 208"/>
          <p:cNvSpPr txBox="1"/>
          <p:nvPr/>
        </p:nvSpPr>
        <p:spPr>
          <a:xfrm>
            <a:off x="613968" y="135255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1" name="object 209"/>
          <p:cNvGrpSpPr/>
          <p:nvPr/>
        </p:nvGrpSpPr>
        <p:grpSpPr>
          <a:xfrm>
            <a:off x="566038" y="1759839"/>
            <a:ext cx="264795" cy="297815"/>
            <a:chOff x="566038" y="1759839"/>
            <a:chExt cx="264795" cy="297815"/>
          </a:xfrm>
        </p:grpSpPr>
        <p:sp>
          <p:nvSpPr>
            <p:cNvPr id="212" name="object 210"/>
            <p:cNvSpPr/>
            <p:nvPr/>
          </p:nvSpPr>
          <p:spPr>
            <a:xfrm>
              <a:off x="572388" y="176618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46"/>
                  </a:lnTo>
                  <a:lnTo>
                    <a:pt x="51566" y="27427"/>
                  </a:lnTo>
                  <a:lnTo>
                    <a:pt x="24301" y="58210"/>
                  </a:lnTo>
                  <a:lnTo>
                    <a:pt x="6420" y="97259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301" y="226313"/>
                  </a:lnTo>
                  <a:lnTo>
                    <a:pt x="51566" y="257134"/>
                  </a:lnTo>
                  <a:lnTo>
                    <a:pt x="86143" y="277347"/>
                  </a:lnTo>
                  <a:lnTo>
                    <a:pt x="125958" y="284607"/>
                  </a:lnTo>
                  <a:lnTo>
                    <a:pt x="165773" y="277347"/>
                  </a:lnTo>
                  <a:lnTo>
                    <a:pt x="200350" y="257134"/>
                  </a:lnTo>
                  <a:lnTo>
                    <a:pt x="227616" y="226313"/>
                  </a:lnTo>
                  <a:lnTo>
                    <a:pt x="245496" y="187233"/>
                  </a:lnTo>
                  <a:lnTo>
                    <a:pt x="251917" y="142239"/>
                  </a:lnTo>
                  <a:lnTo>
                    <a:pt x="245496" y="97259"/>
                  </a:lnTo>
                  <a:lnTo>
                    <a:pt x="227616" y="58210"/>
                  </a:lnTo>
                  <a:lnTo>
                    <a:pt x="200350" y="27427"/>
                  </a:lnTo>
                  <a:lnTo>
                    <a:pt x="165773" y="7246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3" name="object 211"/>
            <p:cNvSpPr/>
            <p:nvPr/>
          </p:nvSpPr>
          <p:spPr>
            <a:xfrm>
              <a:off x="572388" y="176618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0" y="97259"/>
                  </a:lnTo>
                  <a:lnTo>
                    <a:pt x="24301" y="58210"/>
                  </a:lnTo>
                  <a:lnTo>
                    <a:pt x="51566" y="27427"/>
                  </a:lnTo>
                  <a:lnTo>
                    <a:pt x="86143" y="7246"/>
                  </a:lnTo>
                  <a:lnTo>
                    <a:pt x="125958" y="0"/>
                  </a:lnTo>
                  <a:lnTo>
                    <a:pt x="165773" y="7246"/>
                  </a:lnTo>
                  <a:lnTo>
                    <a:pt x="200350" y="27427"/>
                  </a:lnTo>
                  <a:lnTo>
                    <a:pt x="227616" y="58210"/>
                  </a:lnTo>
                  <a:lnTo>
                    <a:pt x="245496" y="97259"/>
                  </a:lnTo>
                  <a:lnTo>
                    <a:pt x="251917" y="142239"/>
                  </a:lnTo>
                  <a:lnTo>
                    <a:pt x="245496" y="187233"/>
                  </a:lnTo>
                  <a:lnTo>
                    <a:pt x="227616" y="226313"/>
                  </a:lnTo>
                  <a:lnTo>
                    <a:pt x="200350" y="257134"/>
                  </a:lnTo>
                  <a:lnTo>
                    <a:pt x="165773" y="277347"/>
                  </a:lnTo>
                  <a:lnTo>
                    <a:pt x="125958" y="284607"/>
                  </a:lnTo>
                  <a:lnTo>
                    <a:pt x="86143" y="277347"/>
                  </a:lnTo>
                  <a:lnTo>
                    <a:pt x="51566" y="257134"/>
                  </a:lnTo>
                  <a:lnTo>
                    <a:pt x="24301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4" name="object 212"/>
          <p:cNvSpPr txBox="1"/>
          <p:nvPr/>
        </p:nvSpPr>
        <p:spPr>
          <a:xfrm>
            <a:off x="613968" y="1601723"/>
            <a:ext cx="1359535" cy="814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03225" marR="5080" indent="-391160">
              <a:lnSpc>
                <a:spcPct val="144000"/>
              </a:lnSpc>
              <a:spcBef>
                <a:spcPts val="100"/>
              </a:spcBef>
              <a:tabLst>
                <a:tab pos="403225" algn="l"/>
              </a:tabLst>
            </a:pPr>
            <a:r>
              <a:rPr sz="1800" spc="-37" baseline="20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22</a:t>
            </a:r>
            <a:r>
              <a:rPr sz="1800" baseline="20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CNC </a:t>
            </a:r>
            <a:r>
              <a:rPr sz="1800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CNC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5" name="object 213"/>
          <p:cNvGrpSpPr/>
          <p:nvPr/>
        </p:nvGrpSpPr>
        <p:grpSpPr>
          <a:xfrm>
            <a:off x="566038" y="2166111"/>
            <a:ext cx="264795" cy="297815"/>
            <a:chOff x="566038" y="2166111"/>
            <a:chExt cx="264795" cy="297815"/>
          </a:xfrm>
        </p:grpSpPr>
        <p:sp>
          <p:nvSpPr>
            <p:cNvPr id="216" name="object 214"/>
            <p:cNvSpPr/>
            <p:nvPr/>
          </p:nvSpPr>
          <p:spPr>
            <a:xfrm>
              <a:off x="572388" y="217246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59"/>
                  </a:lnTo>
                  <a:lnTo>
                    <a:pt x="51566" y="27472"/>
                  </a:lnTo>
                  <a:lnTo>
                    <a:pt x="24301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47"/>
                  </a:lnTo>
                  <a:lnTo>
                    <a:pt x="24301" y="226396"/>
                  </a:lnTo>
                  <a:lnTo>
                    <a:pt x="51566" y="257179"/>
                  </a:lnTo>
                  <a:lnTo>
                    <a:pt x="86143" y="277360"/>
                  </a:lnTo>
                  <a:lnTo>
                    <a:pt x="125958" y="284607"/>
                  </a:lnTo>
                  <a:lnTo>
                    <a:pt x="165773" y="277360"/>
                  </a:lnTo>
                  <a:lnTo>
                    <a:pt x="200350" y="257179"/>
                  </a:lnTo>
                  <a:lnTo>
                    <a:pt x="227616" y="226396"/>
                  </a:lnTo>
                  <a:lnTo>
                    <a:pt x="245496" y="187347"/>
                  </a:lnTo>
                  <a:lnTo>
                    <a:pt x="251917" y="142366"/>
                  </a:lnTo>
                  <a:lnTo>
                    <a:pt x="245496" y="97373"/>
                  </a:lnTo>
                  <a:lnTo>
                    <a:pt x="227616" y="58292"/>
                  </a:lnTo>
                  <a:lnTo>
                    <a:pt x="200350" y="27472"/>
                  </a:lnTo>
                  <a:lnTo>
                    <a:pt x="165773" y="7259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7" name="object 215"/>
            <p:cNvSpPr/>
            <p:nvPr/>
          </p:nvSpPr>
          <p:spPr>
            <a:xfrm>
              <a:off x="572388" y="217246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0" y="97373"/>
                  </a:lnTo>
                  <a:lnTo>
                    <a:pt x="24301" y="58292"/>
                  </a:lnTo>
                  <a:lnTo>
                    <a:pt x="51566" y="27472"/>
                  </a:lnTo>
                  <a:lnTo>
                    <a:pt x="86143" y="7259"/>
                  </a:lnTo>
                  <a:lnTo>
                    <a:pt x="125958" y="0"/>
                  </a:lnTo>
                  <a:lnTo>
                    <a:pt x="165773" y="7259"/>
                  </a:lnTo>
                  <a:lnTo>
                    <a:pt x="200350" y="27472"/>
                  </a:lnTo>
                  <a:lnTo>
                    <a:pt x="227616" y="58292"/>
                  </a:lnTo>
                  <a:lnTo>
                    <a:pt x="245496" y="97373"/>
                  </a:lnTo>
                  <a:lnTo>
                    <a:pt x="251917" y="142366"/>
                  </a:lnTo>
                  <a:lnTo>
                    <a:pt x="245496" y="187347"/>
                  </a:lnTo>
                  <a:lnTo>
                    <a:pt x="227616" y="226396"/>
                  </a:lnTo>
                  <a:lnTo>
                    <a:pt x="200350" y="257179"/>
                  </a:lnTo>
                  <a:lnTo>
                    <a:pt x="165773" y="277360"/>
                  </a:lnTo>
                  <a:lnTo>
                    <a:pt x="125958" y="284607"/>
                  </a:lnTo>
                  <a:lnTo>
                    <a:pt x="86143" y="277360"/>
                  </a:lnTo>
                  <a:lnTo>
                    <a:pt x="51566" y="257179"/>
                  </a:lnTo>
                  <a:lnTo>
                    <a:pt x="24301" y="226396"/>
                  </a:lnTo>
                  <a:lnTo>
                    <a:pt x="6420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8" name="object 216"/>
          <p:cNvSpPr txBox="1"/>
          <p:nvPr/>
        </p:nvSpPr>
        <p:spPr>
          <a:xfrm>
            <a:off x="613968" y="220103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9" name="object 217"/>
          <p:cNvGrpSpPr/>
          <p:nvPr/>
        </p:nvGrpSpPr>
        <p:grpSpPr>
          <a:xfrm>
            <a:off x="554697" y="2650489"/>
            <a:ext cx="264795" cy="297815"/>
            <a:chOff x="554697" y="2650489"/>
            <a:chExt cx="264795" cy="297815"/>
          </a:xfrm>
        </p:grpSpPr>
        <p:sp>
          <p:nvSpPr>
            <p:cNvPr id="220" name="object 218"/>
            <p:cNvSpPr/>
            <p:nvPr/>
          </p:nvSpPr>
          <p:spPr>
            <a:xfrm>
              <a:off x="561047" y="26568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8" y="7258"/>
                  </a:lnTo>
                  <a:lnTo>
                    <a:pt x="51572" y="27464"/>
                  </a:lnTo>
                  <a:lnTo>
                    <a:pt x="24304" y="58265"/>
                  </a:lnTo>
                  <a:lnTo>
                    <a:pt x="6422" y="97308"/>
                  </a:lnTo>
                  <a:lnTo>
                    <a:pt x="0" y="142239"/>
                  </a:lnTo>
                  <a:lnTo>
                    <a:pt x="6422" y="187233"/>
                  </a:lnTo>
                  <a:lnTo>
                    <a:pt x="24304" y="226313"/>
                  </a:lnTo>
                  <a:lnTo>
                    <a:pt x="51572" y="257134"/>
                  </a:lnTo>
                  <a:lnTo>
                    <a:pt x="86148" y="277347"/>
                  </a:lnTo>
                  <a:lnTo>
                    <a:pt x="125958" y="284607"/>
                  </a:lnTo>
                  <a:lnTo>
                    <a:pt x="165774" y="277347"/>
                  </a:lnTo>
                  <a:lnTo>
                    <a:pt x="200354" y="257134"/>
                  </a:lnTo>
                  <a:lnTo>
                    <a:pt x="227624" y="226313"/>
                  </a:lnTo>
                  <a:lnTo>
                    <a:pt x="245507" y="187233"/>
                  </a:lnTo>
                  <a:lnTo>
                    <a:pt x="251929" y="142239"/>
                  </a:lnTo>
                  <a:lnTo>
                    <a:pt x="245507" y="97308"/>
                  </a:lnTo>
                  <a:lnTo>
                    <a:pt x="227624" y="58265"/>
                  </a:lnTo>
                  <a:lnTo>
                    <a:pt x="200354" y="27464"/>
                  </a:lnTo>
                  <a:lnTo>
                    <a:pt x="165774" y="7258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1" name="object 219"/>
            <p:cNvSpPr/>
            <p:nvPr/>
          </p:nvSpPr>
          <p:spPr>
            <a:xfrm>
              <a:off x="561047" y="26568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2" y="97308"/>
                  </a:lnTo>
                  <a:lnTo>
                    <a:pt x="24304" y="58265"/>
                  </a:lnTo>
                  <a:lnTo>
                    <a:pt x="51572" y="27464"/>
                  </a:lnTo>
                  <a:lnTo>
                    <a:pt x="86148" y="7258"/>
                  </a:lnTo>
                  <a:lnTo>
                    <a:pt x="125958" y="0"/>
                  </a:lnTo>
                  <a:lnTo>
                    <a:pt x="165774" y="7258"/>
                  </a:lnTo>
                  <a:lnTo>
                    <a:pt x="200354" y="27464"/>
                  </a:lnTo>
                  <a:lnTo>
                    <a:pt x="227624" y="58265"/>
                  </a:lnTo>
                  <a:lnTo>
                    <a:pt x="245507" y="97308"/>
                  </a:lnTo>
                  <a:lnTo>
                    <a:pt x="251929" y="142239"/>
                  </a:lnTo>
                  <a:lnTo>
                    <a:pt x="245507" y="187233"/>
                  </a:lnTo>
                  <a:lnTo>
                    <a:pt x="227624" y="226313"/>
                  </a:lnTo>
                  <a:lnTo>
                    <a:pt x="200354" y="257134"/>
                  </a:lnTo>
                  <a:lnTo>
                    <a:pt x="165774" y="277347"/>
                  </a:lnTo>
                  <a:lnTo>
                    <a:pt x="125958" y="284607"/>
                  </a:lnTo>
                  <a:lnTo>
                    <a:pt x="86148" y="277347"/>
                  </a:lnTo>
                  <a:lnTo>
                    <a:pt x="51572" y="257134"/>
                  </a:lnTo>
                  <a:lnTo>
                    <a:pt x="24304" y="226313"/>
                  </a:lnTo>
                  <a:lnTo>
                    <a:pt x="6422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2" name="object 220"/>
          <p:cNvSpPr txBox="1"/>
          <p:nvPr/>
        </p:nvSpPr>
        <p:spPr>
          <a:xfrm>
            <a:off x="602691" y="26854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23" name="object 221"/>
          <p:cNvGrpSpPr/>
          <p:nvPr/>
        </p:nvGrpSpPr>
        <p:grpSpPr>
          <a:xfrm>
            <a:off x="7541641" y="4861433"/>
            <a:ext cx="264795" cy="297815"/>
            <a:chOff x="7541641" y="4861433"/>
            <a:chExt cx="264795" cy="297815"/>
          </a:xfrm>
        </p:grpSpPr>
        <p:sp>
          <p:nvSpPr>
            <p:cNvPr id="224" name="object 222"/>
            <p:cNvSpPr/>
            <p:nvPr/>
          </p:nvSpPr>
          <p:spPr>
            <a:xfrm>
              <a:off x="7547991" y="48677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7"/>
                  </a:lnTo>
                  <a:lnTo>
                    <a:pt x="165749" y="277360"/>
                  </a:lnTo>
                  <a:lnTo>
                    <a:pt x="200296" y="257179"/>
                  </a:lnTo>
                  <a:lnTo>
                    <a:pt x="227546" y="226396"/>
                  </a:lnTo>
                  <a:lnTo>
                    <a:pt x="245420" y="187347"/>
                  </a:lnTo>
                  <a:lnTo>
                    <a:pt x="251840" y="142367"/>
                  </a:lnTo>
                  <a:lnTo>
                    <a:pt x="245420" y="97373"/>
                  </a:lnTo>
                  <a:lnTo>
                    <a:pt x="227546" y="58293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5" name="object 223"/>
            <p:cNvSpPr/>
            <p:nvPr/>
          </p:nvSpPr>
          <p:spPr>
            <a:xfrm>
              <a:off x="7547991" y="48677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3"/>
                  </a:lnTo>
                  <a:lnTo>
                    <a:pt x="245420" y="97373"/>
                  </a:lnTo>
                  <a:lnTo>
                    <a:pt x="251840" y="142367"/>
                  </a:lnTo>
                  <a:lnTo>
                    <a:pt x="245420" y="187347"/>
                  </a:lnTo>
                  <a:lnTo>
                    <a:pt x="227546" y="226396"/>
                  </a:lnTo>
                  <a:lnTo>
                    <a:pt x="200296" y="257179"/>
                  </a:lnTo>
                  <a:lnTo>
                    <a:pt x="165749" y="277360"/>
                  </a:lnTo>
                  <a:lnTo>
                    <a:pt x="125983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6" name="object 224"/>
          <p:cNvSpPr txBox="1"/>
          <p:nvPr/>
        </p:nvSpPr>
        <p:spPr>
          <a:xfrm>
            <a:off x="7590281" y="48969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</a:t>
            </a: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THER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471931" y="1414145"/>
            <a:ext cx="6115685" cy="4131310"/>
            <a:chOff x="471931" y="1151255"/>
            <a:chExt cx="6115685" cy="413131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471931" y="1151255"/>
              <a:ext cx="6115177" cy="4130929"/>
            </a:xfrm>
            <a:prstGeom prst="rect">
              <a:avLst/>
            </a:prstGeom>
          </p:spPr>
        </p:pic>
        <p:sp>
          <p:nvSpPr>
            <p:cNvPr id="8" name="object 4"/>
            <p:cNvSpPr/>
            <p:nvPr/>
          </p:nvSpPr>
          <p:spPr>
            <a:xfrm>
              <a:off x="1704212" y="232092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60"/>
                  </a:lnTo>
                  <a:lnTo>
                    <a:pt x="24294" y="226440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6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0"/>
                  </a:lnTo>
                  <a:lnTo>
                    <a:pt x="245419" y="187360"/>
                  </a:lnTo>
                  <a:lnTo>
                    <a:pt x="251841" y="142366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5"/>
            <p:cNvSpPr/>
            <p:nvPr/>
          </p:nvSpPr>
          <p:spPr>
            <a:xfrm>
              <a:off x="1704212" y="232092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0" y="97373"/>
                  </a:lnTo>
                  <a:lnTo>
                    <a:pt x="24294" y="58292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1" y="142366"/>
                  </a:lnTo>
                  <a:lnTo>
                    <a:pt x="245419" y="187360"/>
                  </a:lnTo>
                  <a:lnTo>
                    <a:pt x="227538" y="226440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6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0"/>
                  </a:lnTo>
                  <a:lnTo>
                    <a:pt x="6420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1783207" y="260324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271265" y="4900041"/>
            <a:ext cx="264795" cy="297815"/>
            <a:chOff x="3271265" y="4637151"/>
            <a:chExt cx="264795" cy="297815"/>
          </a:xfrm>
        </p:grpSpPr>
        <p:sp>
          <p:nvSpPr>
            <p:cNvPr id="12" name="object 12"/>
            <p:cNvSpPr/>
            <p:nvPr/>
          </p:nvSpPr>
          <p:spPr>
            <a:xfrm>
              <a:off x="3277615" y="464350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749" y="277347"/>
                  </a:lnTo>
                  <a:lnTo>
                    <a:pt x="200296" y="257134"/>
                  </a:lnTo>
                  <a:lnTo>
                    <a:pt x="227546" y="226314"/>
                  </a:lnTo>
                  <a:lnTo>
                    <a:pt x="245420" y="187233"/>
                  </a:lnTo>
                  <a:lnTo>
                    <a:pt x="251841" y="142240"/>
                  </a:lnTo>
                  <a:lnTo>
                    <a:pt x="245420" y="97308"/>
                  </a:lnTo>
                  <a:lnTo>
                    <a:pt x="227546" y="58265"/>
                  </a:lnTo>
                  <a:lnTo>
                    <a:pt x="200296" y="27464"/>
                  </a:lnTo>
                  <a:lnTo>
                    <a:pt x="165749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277615" y="464350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749" y="7258"/>
                  </a:lnTo>
                  <a:lnTo>
                    <a:pt x="200296" y="27464"/>
                  </a:lnTo>
                  <a:lnTo>
                    <a:pt x="227546" y="58265"/>
                  </a:lnTo>
                  <a:lnTo>
                    <a:pt x="245420" y="97308"/>
                  </a:lnTo>
                  <a:lnTo>
                    <a:pt x="251841" y="142240"/>
                  </a:lnTo>
                  <a:lnTo>
                    <a:pt x="245420" y="187233"/>
                  </a:lnTo>
                  <a:lnTo>
                    <a:pt x="227546" y="226314"/>
                  </a:lnTo>
                  <a:lnTo>
                    <a:pt x="200296" y="257134"/>
                  </a:lnTo>
                  <a:lnTo>
                    <a:pt x="165749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3356864" y="494474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460244" y="3621278"/>
            <a:ext cx="264795" cy="297815"/>
            <a:chOff x="2460244" y="3358388"/>
            <a:chExt cx="264795" cy="297815"/>
          </a:xfrm>
        </p:grpSpPr>
        <p:sp>
          <p:nvSpPr>
            <p:cNvPr id="16" name="object 16"/>
            <p:cNvSpPr/>
            <p:nvPr/>
          </p:nvSpPr>
          <p:spPr>
            <a:xfrm>
              <a:off x="2466594" y="336473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466594" y="336473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2545842" y="3665728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007486" y="3389503"/>
            <a:ext cx="264795" cy="297815"/>
            <a:chOff x="3007486" y="3126613"/>
            <a:chExt cx="264795" cy="297815"/>
          </a:xfrm>
        </p:grpSpPr>
        <p:sp>
          <p:nvSpPr>
            <p:cNvPr id="20" name="object 20"/>
            <p:cNvSpPr/>
            <p:nvPr/>
          </p:nvSpPr>
          <p:spPr>
            <a:xfrm>
              <a:off x="3013836" y="3132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3" y="284607"/>
                  </a:lnTo>
                  <a:lnTo>
                    <a:pt x="165811" y="277348"/>
                  </a:lnTo>
                  <a:lnTo>
                    <a:pt x="200395" y="257142"/>
                  </a:lnTo>
                  <a:lnTo>
                    <a:pt x="227665" y="226341"/>
                  </a:lnTo>
                  <a:lnTo>
                    <a:pt x="245546" y="187298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3013836" y="3132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298"/>
                  </a:lnTo>
                  <a:lnTo>
                    <a:pt x="227665" y="226341"/>
                  </a:lnTo>
                  <a:lnTo>
                    <a:pt x="200395" y="257142"/>
                  </a:lnTo>
                  <a:lnTo>
                    <a:pt x="165811" y="277348"/>
                  </a:lnTo>
                  <a:lnTo>
                    <a:pt x="125983" y="284607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 txBox="1"/>
          <p:nvPr/>
        </p:nvSpPr>
        <p:spPr>
          <a:xfrm>
            <a:off x="3092957" y="343382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349121" y="4604257"/>
            <a:ext cx="264795" cy="297815"/>
            <a:chOff x="1349121" y="4341367"/>
            <a:chExt cx="264795" cy="297815"/>
          </a:xfrm>
        </p:grpSpPr>
        <p:sp>
          <p:nvSpPr>
            <p:cNvPr id="24" name="object 24"/>
            <p:cNvSpPr/>
            <p:nvPr/>
          </p:nvSpPr>
          <p:spPr>
            <a:xfrm>
              <a:off x="1355471" y="434771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4" y="284606"/>
                  </a:lnTo>
                  <a:lnTo>
                    <a:pt x="165811" y="277348"/>
                  </a:lnTo>
                  <a:lnTo>
                    <a:pt x="200395" y="257142"/>
                  </a:lnTo>
                  <a:lnTo>
                    <a:pt x="227665" y="226341"/>
                  </a:lnTo>
                  <a:lnTo>
                    <a:pt x="245546" y="187298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355471" y="434771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298"/>
                  </a:lnTo>
                  <a:lnTo>
                    <a:pt x="227665" y="226341"/>
                  </a:lnTo>
                  <a:lnTo>
                    <a:pt x="200395" y="257142"/>
                  </a:lnTo>
                  <a:lnTo>
                    <a:pt x="165811" y="277348"/>
                  </a:lnTo>
                  <a:lnTo>
                    <a:pt x="125984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 txBox="1"/>
          <p:nvPr/>
        </p:nvSpPr>
        <p:spPr>
          <a:xfrm>
            <a:off x="1434464" y="463016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774812" y="1249298"/>
            <a:ext cx="1507490" cy="21259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320" marR="5080" indent="39370" algn="just">
              <a:lnSpc>
                <a:spcPct val="156000"/>
              </a:lnSpc>
              <a:spcBef>
                <a:spcPts val="105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Product</a:t>
            </a:r>
            <a:r>
              <a:rPr sz="1800" b="1" spc="-8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0" dirty="0">
                <a:latin typeface="Times New Roman" panose="02020603050405020304"/>
                <a:cs typeface="Times New Roman" panose="02020603050405020304"/>
              </a:rPr>
              <a:t>Input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OP10</a:t>
            </a:r>
            <a:r>
              <a:rPr sz="1800" b="1" spc="-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CNC</a:t>
            </a:r>
            <a:r>
              <a:rPr sz="1800" b="1" spc="-2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–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50" dirty="0">
                <a:latin typeface="Times New Roman" panose="02020603050405020304"/>
                <a:cs typeface="Times New Roman" panose="02020603050405020304"/>
              </a:rPr>
              <a:t>1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OP20</a:t>
            </a:r>
            <a:r>
              <a:rPr sz="1800" b="1" spc="-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CNC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–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50" dirty="0">
                <a:latin typeface="Times New Roman" panose="02020603050405020304"/>
                <a:cs typeface="Times New Roman" panose="02020603050405020304"/>
              </a:rPr>
              <a:t>1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0955" marR="176530" indent="-8890">
              <a:lnSpc>
                <a:spcPct val="142000"/>
              </a:lnSpc>
              <a:spcBef>
                <a:spcPts val="295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Cobot</a:t>
            </a:r>
            <a:r>
              <a:rPr sz="1800" b="1" spc="-4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60" dirty="0">
                <a:latin typeface="Times New Roman" panose="02020603050405020304"/>
                <a:cs typeface="Times New Roman" panose="02020603050405020304"/>
              </a:rPr>
              <a:t>1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Output</a:t>
            </a:r>
            <a:r>
              <a:rPr sz="1800" b="1" spc="-7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45" dirty="0">
                <a:latin typeface="Times New Roman" panose="02020603050405020304"/>
                <a:cs typeface="Times New Roman" panose="02020603050405020304"/>
              </a:rPr>
              <a:t>Table</a:t>
            </a:r>
            <a:endParaRPr sz="18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7449438" y="1847595"/>
            <a:ext cx="264795" cy="297815"/>
            <a:chOff x="6821423" y="1657730"/>
            <a:chExt cx="264795" cy="297815"/>
          </a:xfrm>
        </p:grpSpPr>
        <p:sp>
          <p:nvSpPr>
            <p:cNvPr id="29" name="object 29"/>
            <p:cNvSpPr/>
            <p:nvPr/>
          </p:nvSpPr>
          <p:spPr>
            <a:xfrm>
              <a:off x="6827773" y="1664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47"/>
                  </a:lnTo>
                  <a:lnTo>
                    <a:pt x="24294" y="226396"/>
                  </a:lnTo>
                  <a:lnTo>
                    <a:pt x="51544" y="257179"/>
                  </a:lnTo>
                  <a:lnTo>
                    <a:pt x="86091" y="277360"/>
                  </a:lnTo>
                  <a:lnTo>
                    <a:pt x="125856" y="284607"/>
                  </a:lnTo>
                  <a:lnTo>
                    <a:pt x="165684" y="277360"/>
                  </a:lnTo>
                  <a:lnTo>
                    <a:pt x="200268" y="257179"/>
                  </a:lnTo>
                  <a:lnTo>
                    <a:pt x="227538" y="226396"/>
                  </a:lnTo>
                  <a:lnTo>
                    <a:pt x="245419" y="187347"/>
                  </a:lnTo>
                  <a:lnTo>
                    <a:pt x="251841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6827773" y="1664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1" y="142367"/>
                  </a:lnTo>
                  <a:lnTo>
                    <a:pt x="245419" y="187347"/>
                  </a:lnTo>
                  <a:lnTo>
                    <a:pt x="227538" y="226396"/>
                  </a:lnTo>
                  <a:lnTo>
                    <a:pt x="200268" y="257179"/>
                  </a:lnTo>
                  <a:lnTo>
                    <a:pt x="165684" y="277360"/>
                  </a:lnTo>
                  <a:lnTo>
                    <a:pt x="125856" y="284607"/>
                  </a:lnTo>
                  <a:lnTo>
                    <a:pt x="86091" y="277360"/>
                  </a:lnTo>
                  <a:lnTo>
                    <a:pt x="51544" y="257179"/>
                  </a:lnTo>
                  <a:lnTo>
                    <a:pt x="24294" y="226396"/>
                  </a:lnTo>
                  <a:lnTo>
                    <a:pt x="6420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 txBox="1"/>
          <p:nvPr/>
        </p:nvSpPr>
        <p:spPr>
          <a:xfrm>
            <a:off x="7535545" y="1873123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7449438" y="2259965"/>
            <a:ext cx="264795" cy="297815"/>
            <a:chOff x="6821423" y="2070100"/>
            <a:chExt cx="264795" cy="297815"/>
          </a:xfrm>
        </p:grpSpPr>
        <p:sp>
          <p:nvSpPr>
            <p:cNvPr id="33" name="object 33"/>
            <p:cNvSpPr/>
            <p:nvPr/>
          </p:nvSpPr>
          <p:spPr>
            <a:xfrm>
              <a:off x="6827773" y="207645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60"/>
                  </a:lnTo>
                  <a:lnTo>
                    <a:pt x="24294" y="226440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6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0"/>
                  </a:lnTo>
                  <a:lnTo>
                    <a:pt x="245419" y="187360"/>
                  </a:lnTo>
                  <a:lnTo>
                    <a:pt x="251841" y="142366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6827773" y="207645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0" y="97373"/>
                  </a:lnTo>
                  <a:lnTo>
                    <a:pt x="24294" y="58292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1" y="142366"/>
                  </a:lnTo>
                  <a:lnTo>
                    <a:pt x="245419" y="187360"/>
                  </a:lnTo>
                  <a:lnTo>
                    <a:pt x="227538" y="226440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6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0"/>
                  </a:lnTo>
                  <a:lnTo>
                    <a:pt x="6420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5" name="object 35"/>
          <p:cNvSpPr txBox="1"/>
          <p:nvPr/>
        </p:nvSpPr>
        <p:spPr>
          <a:xfrm>
            <a:off x="7535545" y="230441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7449438" y="2680207"/>
            <a:ext cx="264795" cy="297815"/>
            <a:chOff x="6821423" y="2490342"/>
            <a:chExt cx="264795" cy="297815"/>
          </a:xfrm>
        </p:grpSpPr>
        <p:sp>
          <p:nvSpPr>
            <p:cNvPr id="37" name="object 37"/>
            <p:cNvSpPr/>
            <p:nvPr/>
          </p:nvSpPr>
          <p:spPr>
            <a:xfrm>
              <a:off x="6827773" y="24966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47"/>
                  </a:lnTo>
                  <a:lnTo>
                    <a:pt x="24294" y="226396"/>
                  </a:lnTo>
                  <a:lnTo>
                    <a:pt x="51544" y="257179"/>
                  </a:lnTo>
                  <a:lnTo>
                    <a:pt x="86091" y="277360"/>
                  </a:lnTo>
                  <a:lnTo>
                    <a:pt x="125856" y="284607"/>
                  </a:lnTo>
                  <a:lnTo>
                    <a:pt x="165684" y="277360"/>
                  </a:lnTo>
                  <a:lnTo>
                    <a:pt x="200268" y="257179"/>
                  </a:lnTo>
                  <a:lnTo>
                    <a:pt x="227538" y="226396"/>
                  </a:lnTo>
                  <a:lnTo>
                    <a:pt x="245419" y="187347"/>
                  </a:lnTo>
                  <a:lnTo>
                    <a:pt x="251841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6827773" y="24966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1" y="142367"/>
                  </a:lnTo>
                  <a:lnTo>
                    <a:pt x="245419" y="187347"/>
                  </a:lnTo>
                  <a:lnTo>
                    <a:pt x="227538" y="226396"/>
                  </a:lnTo>
                  <a:lnTo>
                    <a:pt x="200268" y="257179"/>
                  </a:lnTo>
                  <a:lnTo>
                    <a:pt x="165684" y="277360"/>
                  </a:lnTo>
                  <a:lnTo>
                    <a:pt x="125856" y="284607"/>
                  </a:lnTo>
                  <a:lnTo>
                    <a:pt x="86091" y="277360"/>
                  </a:lnTo>
                  <a:lnTo>
                    <a:pt x="51544" y="257179"/>
                  </a:lnTo>
                  <a:lnTo>
                    <a:pt x="24294" y="226396"/>
                  </a:lnTo>
                  <a:lnTo>
                    <a:pt x="6420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9" name="object 39"/>
          <p:cNvSpPr txBox="1"/>
          <p:nvPr/>
        </p:nvSpPr>
        <p:spPr>
          <a:xfrm>
            <a:off x="7535545" y="2724099"/>
            <a:ext cx="10287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7436866" y="3102356"/>
            <a:ext cx="264795" cy="297815"/>
            <a:chOff x="6808851" y="2912491"/>
            <a:chExt cx="264795" cy="297815"/>
          </a:xfrm>
        </p:grpSpPr>
        <p:sp>
          <p:nvSpPr>
            <p:cNvPr id="41" name="object 41"/>
            <p:cNvSpPr/>
            <p:nvPr/>
          </p:nvSpPr>
          <p:spPr>
            <a:xfrm>
              <a:off x="6815201" y="291884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2" name="object 42"/>
            <p:cNvSpPr/>
            <p:nvPr/>
          </p:nvSpPr>
          <p:spPr>
            <a:xfrm>
              <a:off x="6815201" y="291884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3" name="object 43"/>
          <p:cNvSpPr txBox="1"/>
          <p:nvPr/>
        </p:nvSpPr>
        <p:spPr>
          <a:xfrm>
            <a:off x="7522718" y="314680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7449438" y="1423162"/>
            <a:ext cx="264795" cy="297815"/>
            <a:chOff x="6821423" y="1233297"/>
            <a:chExt cx="264795" cy="297815"/>
          </a:xfrm>
        </p:grpSpPr>
        <p:sp>
          <p:nvSpPr>
            <p:cNvPr id="45" name="object 45"/>
            <p:cNvSpPr/>
            <p:nvPr/>
          </p:nvSpPr>
          <p:spPr>
            <a:xfrm>
              <a:off x="6827773" y="12396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125856" y="0"/>
                  </a:moveTo>
                  <a:lnTo>
                    <a:pt x="86091" y="7246"/>
                  </a:lnTo>
                  <a:lnTo>
                    <a:pt x="51544" y="27427"/>
                  </a:lnTo>
                  <a:lnTo>
                    <a:pt x="24294" y="58210"/>
                  </a:lnTo>
                  <a:lnTo>
                    <a:pt x="6420" y="97259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294" y="226313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6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3"/>
                  </a:lnTo>
                  <a:lnTo>
                    <a:pt x="245419" y="187233"/>
                  </a:lnTo>
                  <a:lnTo>
                    <a:pt x="251841" y="142239"/>
                  </a:lnTo>
                  <a:lnTo>
                    <a:pt x="245419" y="97259"/>
                  </a:lnTo>
                  <a:lnTo>
                    <a:pt x="227538" y="58210"/>
                  </a:lnTo>
                  <a:lnTo>
                    <a:pt x="200268" y="27427"/>
                  </a:lnTo>
                  <a:lnTo>
                    <a:pt x="165684" y="7246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6827773" y="12396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0" y="142239"/>
                  </a:moveTo>
                  <a:lnTo>
                    <a:pt x="6420" y="97259"/>
                  </a:lnTo>
                  <a:lnTo>
                    <a:pt x="24294" y="58210"/>
                  </a:lnTo>
                  <a:lnTo>
                    <a:pt x="51544" y="27427"/>
                  </a:lnTo>
                  <a:lnTo>
                    <a:pt x="86091" y="7246"/>
                  </a:lnTo>
                  <a:lnTo>
                    <a:pt x="125856" y="0"/>
                  </a:lnTo>
                  <a:lnTo>
                    <a:pt x="165684" y="7246"/>
                  </a:lnTo>
                  <a:lnTo>
                    <a:pt x="200268" y="27427"/>
                  </a:lnTo>
                  <a:lnTo>
                    <a:pt x="227538" y="58210"/>
                  </a:lnTo>
                  <a:lnTo>
                    <a:pt x="245419" y="97259"/>
                  </a:lnTo>
                  <a:lnTo>
                    <a:pt x="251841" y="142239"/>
                  </a:lnTo>
                  <a:lnTo>
                    <a:pt x="245419" y="187233"/>
                  </a:lnTo>
                  <a:lnTo>
                    <a:pt x="227538" y="226313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6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7" name="object 47"/>
          <p:cNvSpPr txBox="1"/>
          <p:nvPr/>
        </p:nvSpPr>
        <p:spPr>
          <a:xfrm>
            <a:off x="7535545" y="144843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7513320" y="4456303"/>
            <a:ext cx="265430" cy="317500"/>
            <a:chOff x="6885305" y="4266438"/>
            <a:chExt cx="265430" cy="317500"/>
          </a:xfrm>
        </p:grpSpPr>
        <p:sp>
          <p:nvSpPr>
            <p:cNvPr id="49" name="object 49"/>
            <p:cNvSpPr/>
            <p:nvPr/>
          </p:nvSpPr>
          <p:spPr>
            <a:xfrm>
              <a:off x="6891655" y="427278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8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6891655" y="427278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8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51" name="object 51"/>
          <p:cNvGrpSpPr/>
          <p:nvPr/>
        </p:nvGrpSpPr>
        <p:grpSpPr>
          <a:xfrm>
            <a:off x="7528306" y="4919218"/>
            <a:ext cx="265430" cy="317500"/>
            <a:chOff x="6900291" y="4729353"/>
            <a:chExt cx="265430" cy="317500"/>
          </a:xfrm>
        </p:grpSpPr>
        <p:sp>
          <p:nvSpPr>
            <p:cNvPr id="52" name="object 52"/>
            <p:cNvSpPr/>
            <p:nvPr/>
          </p:nvSpPr>
          <p:spPr>
            <a:xfrm>
              <a:off x="6906641" y="473570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3" name="object 53"/>
            <p:cNvSpPr/>
            <p:nvPr/>
          </p:nvSpPr>
          <p:spPr>
            <a:xfrm>
              <a:off x="6906641" y="473570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4" name="object 54"/>
          <p:cNvSpPr txBox="1"/>
          <p:nvPr/>
        </p:nvSpPr>
        <p:spPr>
          <a:xfrm>
            <a:off x="7591297" y="491375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7576058" y="4320031"/>
            <a:ext cx="1976755" cy="1252220"/>
          </a:xfrm>
          <a:prstGeom prst="rect">
            <a:avLst/>
          </a:prstGeom>
        </p:spPr>
        <p:txBody>
          <a:bodyPr vert="horz" wrap="square" lIns="0" tIns="1460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0"/>
              </a:spcBef>
              <a:tabLst>
                <a:tab pos="36512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r>
              <a:rPr sz="18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OP20</a:t>
            </a:r>
            <a:r>
              <a:rPr sz="1800" b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b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351790">
              <a:lnSpc>
                <a:spcPct val="100000"/>
              </a:lnSpc>
              <a:spcBef>
                <a:spcPts val="105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b="1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  <a:p>
            <a:pPr marL="389255">
              <a:lnSpc>
                <a:spcPct val="100000"/>
              </a:lnSpc>
              <a:spcBef>
                <a:spcPts val="1075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1564B</a:t>
            </a:r>
            <a:r>
              <a:rPr sz="1800" b="1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O/P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Table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7577582" y="5355336"/>
            <a:ext cx="264795" cy="297815"/>
            <a:chOff x="6949567" y="5165471"/>
            <a:chExt cx="264795" cy="297815"/>
          </a:xfrm>
        </p:grpSpPr>
        <p:sp>
          <p:nvSpPr>
            <p:cNvPr id="57" name="object 57"/>
            <p:cNvSpPr/>
            <p:nvPr/>
          </p:nvSpPr>
          <p:spPr>
            <a:xfrm>
              <a:off x="6955917" y="517182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7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6955917" y="517182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9" name="object 59"/>
          <p:cNvSpPr txBox="1"/>
          <p:nvPr/>
        </p:nvSpPr>
        <p:spPr>
          <a:xfrm>
            <a:off x="7626349" y="539076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7894828" y="3538804"/>
            <a:ext cx="109918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b="1" spc="-8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I/P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1" name="object 61"/>
          <p:cNvGrpSpPr/>
          <p:nvPr/>
        </p:nvGrpSpPr>
        <p:grpSpPr>
          <a:xfrm>
            <a:off x="7483347" y="3554349"/>
            <a:ext cx="265430" cy="317500"/>
            <a:chOff x="6855332" y="3364484"/>
            <a:chExt cx="265430" cy="317500"/>
          </a:xfrm>
        </p:grpSpPr>
        <p:sp>
          <p:nvSpPr>
            <p:cNvPr id="62" name="object 62"/>
            <p:cNvSpPr/>
            <p:nvPr/>
          </p:nvSpPr>
          <p:spPr>
            <a:xfrm>
              <a:off x="6861682" y="337083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8" y="304799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3" name="object 63"/>
            <p:cNvSpPr/>
            <p:nvPr/>
          </p:nvSpPr>
          <p:spPr>
            <a:xfrm>
              <a:off x="6861682" y="337083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8" y="304799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4" name="object 64"/>
          <p:cNvSpPr txBox="1"/>
          <p:nvPr/>
        </p:nvSpPr>
        <p:spPr>
          <a:xfrm>
            <a:off x="7546212" y="3548506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5" name="object 65"/>
          <p:cNvGrpSpPr/>
          <p:nvPr/>
        </p:nvGrpSpPr>
        <p:grpSpPr>
          <a:xfrm>
            <a:off x="7513320" y="3985894"/>
            <a:ext cx="265430" cy="317500"/>
            <a:chOff x="6885305" y="3796029"/>
            <a:chExt cx="265430" cy="317500"/>
          </a:xfrm>
        </p:grpSpPr>
        <p:sp>
          <p:nvSpPr>
            <p:cNvPr id="66" name="object 66"/>
            <p:cNvSpPr/>
            <p:nvPr/>
          </p:nvSpPr>
          <p:spPr>
            <a:xfrm>
              <a:off x="6891655" y="38023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/>
            <p:cNvSpPr/>
            <p:nvPr/>
          </p:nvSpPr>
          <p:spPr>
            <a:xfrm>
              <a:off x="6891655" y="38023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8" name="object 68"/>
          <p:cNvSpPr txBox="1"/>
          <p:nvPr/>
        </p:nvSpPr>
        <p:spPr>
          <a:xfrm>
            <a:off x="7576058" y="3980434"/>
            <a:ext cx="1464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083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r>
              <a:rPr sz="18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OP10</a:t>
            </a:r>
            <a:r>
              <a:rPr sz="1800" b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9" name="object 69"/>
          <p:cNvGrpSpPr/>
          <p:nvPr/>
        </p:nvGrpSpPr>
        <p:grpSpPr>
          <a:xfrm>
            <a:off x="5360034" y="2668016"/>
            <a:ext cx="265430" cy="317500"/>
            <a:chOff x="5360034" y="2405126"/>
            <a:chExt cx="265430" cy="317500"/>
          </a:xfrm>
        </p:grpSpPr>
        <p:sp>
          <p:nvSpPr>
            <p:cNvPr id="70" name="object 70"/>
            <p:cNvSpPr/>
            <p:nvPr/>
          </p:nvSpPr>
          <p:spPr>
            <a:xfrm>
              <a:off x="5366384" y="241147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1" name="object 71"/>
            <p:cNvSpPr/>
            <p:nvPr/>
          </p:nvSpPr>
          <p:spPr>
            <a:xfrm>
              <a:off x="5366384" y="241147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2" name="object 72"/>
          <p:cNvSpPr txBox="1"/>
          <p:nvPr/>
        </p:nvSpPr>
        <p:spPr>
          <a:xfrm>
            <a:off x="5422772" y="2661742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3" name="object 73"/>
          <p:cNvGrpSpPr/>
          <p:nvPr/>
        </p:nvGrpSpPr>
        <p:grpSpPr>
          <a:xfrm>
            <a:off x="3890517" y="1896110"/>
            <a:ext cx="265430" cy="317500"/>
            <a:chOff x="3890517" y="1633220"/>
            <a:chExt cx="265430" cy="317500"/>
          </a:xfrm>
        </p:grpSpPr>
        <p:sp>
          <p:nvSpPr>
            <p:cNvPr id="74" name="object 74"/>
            <p:cNvSpPr/>
            <p:nvPr/>
          </p:nvSpPr>
          <p:spPr>
            <a:xfrm>
              <a:off x="3896867" y="16395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5" name="object 75"/>
            <p:cNvSpPr/>
            <p:nvPr/>
          </p:nvSpPr>
          <p:spPr>
            <a:xfrm>
              <a:off x="3896867" y="16395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6" name="object 76"/>
          <p:cNvSpPr txBox="1"/>
          <p:nvPr/>
        </p:nvSpPr>
        <p:spPr>
          <a:xfrm>
            <a:off x="3953002" y="189001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5486272" y="3828542"/>
            <a:ext cx="265430" cy="317500"/>
            <a:chOff x="5486272" y="3565652"/>
            <a:chExt cx="265430" cy="317500"/>
          </a:xfrm>
        </p:grpSpPr>
        <p:sp>
          <p:nvSpPr>
            <p:cNvPr id="78" name="object 78"/>
            <p:cNvSpPr/>
            <p:nvPr/>
          </p:nvSpPr>
          <p:spPr>
            <a:xfrm>
              <a:off x="5492622" y="357200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078" y="297021"/>
                  </a:lnTo>
                  <a:lnTo>
                    <a:pt x="200694" y="275368"/>
                  </a:lnTo>
                  <a:lnTo>
                    <a:pt x="228001" y="242364"/>
                  </a:lnTo>
                  <a:lnTo>
                    <a:pt x="245914" y="200534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9" name="object 79"/>
            <p:cNvSpPr/>
            <p:nvPr/>
          </p:nvSpPr>
          <p:spPr>
            <a:xfrm>
              <a:off x="5492622" y="357200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34"/>
                  </a:lnTo>
                  <a:lnTo>
                    <a:pt x="228001" y="242364"/>
                  </a:lnTo>
                  <a:lnTo>
                    <a:pt x="200694" y="275368"/>
                  </a:lnTo>
                  <a:lnTo>
                    <a:pt x="166078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0" name="object 80"/>
          <p:cNvSpPr txBox="1"/>
          <p:nvPr/>
        </p:nvSpPr>
        <p:spPr>
          <a:xfrm>
            <a:off x="5549010" y="3822395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1" name="object 81"/>
          <p:cNvGrpSpPr/>
          <p:nvPr/>
        </p:nvGrpSpPr>
        <p:grpSpPr>
          <a:xfrm>
            <a:off x="4783835" y="2890519"/>
            <a:ext cx="265430" cy="317500"/>
            <a:chOff x="4783835" y="2627629"/>
            <a:chExt cx="265430" cy="317500"/>
          </a:xfrm>
        </p:grpSpPr>
        <p:sp>
          <p:nvSpPr>
            <p:cNvPr id="82" name="object 82"/>
            <p:cNvSpPr/>
            <p:nvPr/>
          </p:nvSpPr>
          <p:spPr>
            <a:xfrm>
              <a:off x="4790185" y="26339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3" name="object 83"/>
            <p:cNvSpPr/>
            <p:nvPr/>
          </p:nvSpPr>
          <p:spPr>
            <a:xfrm>
              <a:off x="4790185" y="26339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4" name="object 84"/>
          <p:cNvSpPr txBox="1"/>
          <p:nvPr/>
        </p:nvSpPr>
        <p:spPr>
          <a:xfrm>
            <a:off x="4846446" y="2884931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5" name="object 85"/>
          <p:cNvGrpSpPr/>
          <p:nvPr/>
        </p:nvGrpSpPr>
        <p:grpSpPr>
          <a:xfrm>
            <a:off x="4180204" y="3781298"/>
            <a:ext cx="264795" cy="297815"/>
            <a:chOff x="4180204" y="3518408"/>
            <a:chExt cx="264795" cy="297815"/>
          </a:xfrm>
        </p:grpSpPr>
        <p:sp>
          <p:nvSpPr>
            <p:cNvPr id="86" name="object 86"/>
            <p:cNvSpPr/>
            <p:nvPr/>
          </p:nvSpPr>
          <p:spPr>
            <a:xfrm>
              <a:off x="4186554" y="352475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7" name="object 87"/>
            <p:cNvSpPr/>
            <p:nvPr/>
          </p:nvSpPr>
          <p:spPr>
            <a:xfrm>
              <a:off x="4186554" y="352475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8" name="object 88"/>
          <p:cNvSpPr txBox="1"/>
          <p:nvPr/>
        </p:nvSpPr>
        <p:spPr>
          <a:xfrm>
            <a:off x="4228591" y="3816604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9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</a:t>
            </a: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etail view for OP10 &amp; OP20</a:t>
            </a:r>
            <a:endParaRPr lang="en-IN" altLang="en-US" sz="2500" b="1" dirty="0">
              <a:solidFill>
                <a:srgbClr val="1A2433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MACHINE READINESS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SCHEDULE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No of manpower reduce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BOM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ROI CALCULATION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1560830" y="982345"/>
            <a:ext cx="8961120" cy="4194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3" name="HBg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4" name="HBg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5" name="HBg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6" name="HT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Parameter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7" name="HT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Calculation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8" name="HT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Value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9" name="RBg0_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0" name="RBg0_1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1" name="RBg0_2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2" name="P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Machines Automated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3" name="C0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14" name="V0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5" name="RBg1_0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6" name="RBg1_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p>
            <a:endParaRPr lang="en-GB" altLang="en-US" sz="1000"/>
          </a:p>
        </p:txBody>
      </p:sp>
      <p:sp>
        <p:nvSpPr>
          <p:cNvPr id="217" name="RBg1_2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8" name="P1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Cobots Used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9" name="C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0" name="V1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4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1" name="RBg2_0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2" name="RBg2_1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3" name="RBg2_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4" name="P2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per Shift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5" name="C2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6" name="V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7" name="RBg3_0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8" name="RBg3_1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9" name="RBg3_2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0" name="P3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Shifts per Day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1" name="C3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2" name="V3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3" name="RBg4_0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4" name="RBg4_1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5" name="RBg4_2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6" name="P4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Operators / Day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7" name="C4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10 × 3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8" name="V4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9" name="RBg5_0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0" name="RBg5_1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1" name="RBg5_2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2" name="P5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Salary per Operator per Month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3" name="C5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44" name="V5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22,000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5" name="RBg6_0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6" name="RBg6_1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7" name="RBg6_2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8" name="P6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Monthly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9" name="C6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0" name="V6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6,60,000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1" name="RBg7_0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2" name="RBg7_1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3" name="RBg7_2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4" name="P7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Annual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55" name="C7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6,60,000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6" name="V7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79,20,000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7" name="RBg8_0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8" name="RBg8_1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9" name="RBg8_2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0" name="P8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1" name="C8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2" name="V8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3" name="RBg9_0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4" name="RBg9_1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5" name="RBg9_2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6" name="P9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Monthly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7" name="C9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4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8" name="V9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88,000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9" name="RBg10_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0" name="RBg10_1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1" name="RBg10_2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2" name="P1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3" name="C10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88,000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74" name="V10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10,56,000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5" name="RBg11_0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6" name="RBg11_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7" name="RBg11_2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8" name="P11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Savings Due to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9" name="C1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79,20,000 - 10,56,000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0" name="V11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68,64,000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1" name="RBg12_0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2" name="RBg12_1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3" name="RBg12_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4" name="P12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Automation Project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85" name="C12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6" name="V1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1,46,19,000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7" name="RBg13_0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8" name="RBg13_1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9" name="RBg13_2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0" name="P13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(Years)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1" name="C13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₹ 1,46,19,000 ÷ ₹ 68,64,000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2" name="V13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2.1 Years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3" name="RBg14_0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4" name="RBg14_1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5" name="RBg14_2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6" name="P14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(Months)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7" name="C14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2.1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8" name="V14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25 Months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9" name="RBg15_0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0" name="RBg15_1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1" name="RBg15_2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2" name="P15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 Reduction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3" name="C15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30 - 4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04" name="V15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26 Operators Reduced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5" name="RBg16_0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6" name="RBg16_1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7" name="RBg16_2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8" name="P16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Savings After 5 Years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9" name="C16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(₹ 68,64,000 × 5) - ₹ 1,46,19,000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10" name="V16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1,97,01,000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PO DETAILS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80645" y="908685"/>
          <a:ext cx="11880215" cy="4544695"/>
        </p:xfrm>
        <a:graphic>
          <a:graphicData uri="http://schemas.openxmlformats.org/drawingml/2006/table">
            <a:tbl>
              <a:tblPr/>
              <a:tblGrid>
                <a:gridCol w="522605"/>
                <a:gridCol w="1044575"/>
                <a:gridCol w="913130"/>
                <a:gridCol w="2480945"/>
                <a:gridCol w="1043940"/>
                <a:gridCol w="1305560"/>
                <a:gridCol w="1305560"/>
                <a:gridCol w="1306195"/>
                <a:gridCol w="1043940"/>
                <a:gridCol w="913765"/>
              </a:tblGrid>
              <a:tr h="904875">
                <a:tc gridSpan="10"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INVOICING PLAN – STELLANTIS ROBOTIC LINE PROJECT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0678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PO Value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%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 Payment Description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Amount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Invoice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Status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Remark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to Supplier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Mar-2026 (PO date)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3575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Delivery at Site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Jun-2026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Installation &amp; Commissioning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Jul-2026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4845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</a:t>
            </a:r>
            <a:endParaRPr lang="en-IN" altLang="en-US" sz="9000" b="1" dirty="0">
              <a:solidFill>
                <a:srgbClr val="5A87AD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  <p:sp>
        <p:nvSpPr>
          <p:cNvPr id="7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5A87AD"/>
          </a:solidFill>
        </p:spPr>
      </p:sp>
      <p:sp>
        <p:nvSpPr>
          <p:cNvPr id="8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Daimler line</a:t>
            </a: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Machine Tending </a:t>
            </a:r>
            <a:endParaRPr lang="en-US" sz="3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DAIMLER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10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Isometric Layout</a:t>
            </a:r>
            <a:endParaRPr lang="en-US" sz="2500" dirty="0"/>
          </a:p>
        </p:txBody>
      </p:sp>
      <p:pic>
        <p:nvPicPr>
          <p:cNvPr id="2" name="object 5"/>
          <p:cNvPicPr/>
          <p:nvPr/>
        </p:nvPicPr>
        <p:blipFill>
          <a:blip r:embed="rId1" cstate="print"/>
          <a:srcRect r="116"/>
          <a:stretch>
            <a:fillRect/>
          </a:stretch>
        </p:blipFill>
        <p:spPr>
          <a:xfrm>
            <a:off x="703580" y="1342390"/>
            <a:ext cx="10843895" cy="477710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DAIMLER LINE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pic>
        <p:nvPicPr>
          <p:cNvPr id="46" name="object 2"/>
          <p:cNvPicPr/>
          <p:nvPr/>
        </p:nvPicPr>
        <p:blipFill>
          <a:blip r:embed="rId1" cstate="print"/>
          <a:srcRect r="50258"/>
          <a:stretch>
            <a:fillRect/>
          </a:stretch>
        </p:blipFill>
        <p:spPr>
          <a:xfrm>
            <a:off x="360045" y="1451610"/>
            <a:ext cx="9184640" cy="4236085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1440815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IN" altLang="en-US" sz="1600" b="1"/>
              <a:t>1217</a:t>
            </a:r>
            <a:endParaRPr lang="en-IN" altLang="en-US" sz="1600" b="1"/>
          </a:p>
        </p:txBody>
      </p:sp>
      <p:sp>
        <p:nvSpPr>
          <p:cNvPr id="127" name="Rectangle 126"/>
          <p:cNvSpPr/>
          <p:nvPr/>
        </p:nvSpPr>
        <p:spPr>
          <a:xfrm>
            <a:off x="3449320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IN" altLang="en-US" sz="1600" b="1"/>
              <a:t>1218</a:t>
            </a:r>
            <a:endParaRPr lang="en-IN" altLang="en-US" sz="1600" b="1"/>
          </a:p>
        </p:txBody>
      </p:sp>
      <p:sp>
        <p:nvSpPr>
          <p:cNvPr id="128" name="Rectangle 127"/>
          <p:cNvSpPr/>
          <p:nvPr/>
        </p:nvSpPr>
        <p:spPr>
          <a:xfrm>
            <a:off x="5730875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IN" altLang="en-US" b="1"/>
              <a:t>1142</a:t>
            </a:r>
            <a:endParaRPr lang="en-IN" altLang="en-US" b="1"/>
          </a:p>
        </p:txBody>
      </p:sp>
      <p:sp>
        <p:nvSpPr>
          <p:cNvPr id="129" name="Rectangle 128"/>
          <p:cNvSpPr/>
          <p:nvPr/>
        </p:nvSpPr>
        <p:spPr>
          <a:xfrm>
            <a:off x="7884795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IN" altLang="en-US" sz="1600" b="1"/>
              <a:t>1361</a:t>
            </a:r>
            <a:endParaRPr lang="en-IN" altLang="en-US" sz="1600" b="1"/>
          </a:p>
        </p:txBody>
      </p:sp>
      <p:sp>
        <p:nvSpPr>
          <p:cNvPr id="130" name="object 6"/>
          <p:cNvSpPr txBox="1"/>
          <p:nvPr/>
        </p:nvSpPr>
        <p:spPr>
          <a:xfrm>
            <a:off x="9650349" y="2567584"/>
            <a:ext cx="2629535" cy="843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No.</a:t>
            </a:r>
            <a:r>
              <a:rPr sz="1800" b="1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of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Cobots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lang="en-IN" sz="1800" b="1" spc="-25" dirty="0">
                <a:latin typeface="Calibri" panose="020F0502020204030204"/>
                <a:cs typeface="Calibri" panose="020F0502020204030204"/>
              </a:rPr>
              <a:t>4</a:t>
            </a:r>
            <a:r>
              <a:rPr sz="1800" b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nos.</a:t>
            </a:r>
            <a:endParaRPr sz="1800" b="1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No.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of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Input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Table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lang="en-IN" sz="1800" b="1" spc="-25" dirty="0">
                <a:latin typeface="Calibri" panose="020F0502020204030204"/>
                <a:cs typeface="Calibri" panose="020F0502020204030204"/>
              </a:rPr>
              <a:t>4</a:t>
            </a:r>
            <a:r>
              <a:rPr sz="1800" b="1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nos.</a:t>
            </a:r>
            <a:endParaRPr sz="1800" b="1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No.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of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Output</a:t>
            </a:r>
            <a:r>
              <a:rPr sz="1800" b="1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Table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5" dirty="0">
                <a:latin typeface="Calibri" panose="020F0502020204030204"/>
                <a:cs typeface="Calibri" panose="020F0502020204030204"/>
              </a:rPr>
              <a:t> </a:t>
            </a:r>
            <a:r>
              <a:rPr lang="en-IN" sz="1800" b="1" spc="-5" dirty="0">
                <a:latin typeface="Calibri" panose="020F0502020204030204"/>
                <a:cs typeface="Calibri" panose="020F0502020204030204"/>
              </a:rPr>
              <a:t>4</a:t>
            </a:r>
            <a:r>
              <a:rPr sz="1800" b="1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nos.</a:t>
            </a:r>
            <a:endParaRPr sz="1800" b="1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294005" y="73634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 Floor Layout</a:t>
            </a:r>
            <a:endParaRPr lang="en-US" sz="2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MACHINE READINESS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SCHEDULE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No of manpower reduce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PROJECT BOM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ROI CALCULATION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sp>
        <p:nvSpPr>
          <p:cNvPr id="202" name="Card"/>
          <p:cNvSpPr/>
          <p:nvPr/>
        </p:nvSpPr>
        <p:spPr>
          <a:xfrm>
            <a:off x="1560830" y="982345"/>
            <a:ext cx="8961120" cy="4194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203" name="HBg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4" name="HBg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5" name="HBg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solidFill>
            <a:srgbClr val="1A3C2B"/>
          </a:solidFill>
        </p:spPr>
      </p:sp>
      <p:sp>
        <p:nvSpPr>
          <p:cNvPr id="206" name="HT0"/>
          <p:cNvSpPr/>
          <p:nvPr/>
        </p:nvSpPr>
        <p:spPr>
          <a:xfrm>
            <a:off x="1560830" y="98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Parameter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7" name="HT1"/>
          <p:cNvSpPr/>
          <p:nvPr/>
        </p:nvSpPr>
        <p:spPr>
          <a:xfrm>
            <a:off x="4660830" y="98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Calculation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8" name="HT2"/>
          <p:cNvSpPr/>
          <p:nvPr/>
        </p:nvSpPr>
        <p:spPr>
          <a:xfrm>
            <a:off x="7460830" y="98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</a:rPr>
              <a:t>Value</a:t>
            </a:r>
            <a:endParaRPr lang="en-US" sz="10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209" name="RBg0_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0" name="RBg0_1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1" name="RBg0_2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2" name="P0"/>
          <p:cNvSpPr/>
          <p:nvPr/>
        </p:nvSpPr>
        <p:spPr>
          <a:xfrm>
            <a:off x="1560830" y="121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Machines Automated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3" name="C0"/>
          <p:cNvSpPr/>
          <p:nvPr/>
        </p:nvSpPr>
        <p:spPr>
          <a:xfrm>
            <a:off x="4660830" y="121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14" name="V0"/>
          <p:cNvSpPr/>
          <p:nvPr/>
        </p:nvSpPr>
        <p:spPr>
          <a:xfrm>
            <a:off x="7460830" y="121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5" name="RBg1_0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6" name="RBg1_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  <p:txBody>
          <a:bodyPr/>
          <a:p>
            <a:endParaRPr lang="en-GB" altLang="en-US" sz="1000"/>
          </a:p>
        </p:txBody>
      </p:sp>
      <p:sp>
        <p:nvSpPr>
          <p:cNvPr id="217" name="RBg1_2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18" name="P1"/>
          <p:cNvSpPr/>
          <p:nvPr/>
        </p:nvSpPr>
        <p:spPr>
          <a:xfrm>
            <a:off x="1560830" y="144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Cobots Used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19" name="C1"/>
          <p:cNvSpPr/>
          <p:nvPr/>
        </p:nvSpPr>
        <p:spPr>
          <a:xfrm>
            <a:off x="4660830" y="144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0" name="V1"/>
          <p:cNvSpPr/>
          <p:nvPr/>
        </p:nvSpPr>
        <p:spPr>
          <a:xfrm>
            <a:off x="7460830" y="144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4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1" name="RBg2_0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2" name="RBg2_1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3" name="RBg2_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4" name="P2"/>
          <p:cNvSpPr/>
          <p:nvPr/>
        </p:nvSpPr>
        <p:spPr>
          <a:xfrm>
            <a:off x="1560830" y="168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per Shift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5" name="C2"/>
          <p:cNvSpPr/>
          <p:nvPr/>
        </p:nvSpPr>
        <p:spPr>
          <a:xfrm>
            <a:off x="4660830" y="168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26" name="V2"/>
          <p:cNvSpPr/>
          <p:nvPr/>
        </p:nvSpPr>
        <p:spPr>
          <a:xfrm>
            <a:off x="7460830" y="168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27" name="RBg3_0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8" name="RBg3_1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29" name="RBg3_2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0" name="P3"/>
          <p:cNvSpPr/>
          <p:nvPr/>
        </p:nvSpPr>
        <p:spPr>
          <a:xfrm>
            <a:off x="1560830" y="191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Shifts per Day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1" name="C3"/>
          <p:cNvSpPr/>
          <p:nvPr/>
        </p:nvSpPr>
        <p:spPr>
          <a:xfrm>
            <a:off x="4660830" y="191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2" name="V3"/>
          <p:cNvSpPr/>
          <p:nvPr/>
        </p:nvSpPr>
        <p:spPr>
          <a:xfrm>
            <a:off x="7460830" y="191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3" name="RBg4_0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4" name="RBg4_1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5" name="RBg4_2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36" name="P4"/>
          <p:cNvSpPr/>
          <p:nvPr/>
        </p:nvSpPr>
        <p:spPr>
          <a:xfrm>
            <a:off x="1560830" y="214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Operators / Day (Current)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7" name="C4"/>
          <p:cNvSpPr/>
          <p:nvPr/>
        </p:nvSpPr>
        <p:spPr>
          <a:xfrm>
            <a:off x="4660830" y="214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10 × 3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38" name="V4"/>
          <p:cNvSpPr/>
          <p:nvPr/>
        </p:nvSpPr>
        <p:spPr>
          <a:xfrm>
            <a:off x="7460830" y="214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30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39" name="RBg5_0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0" name="RBg5_1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1" name="RBg5_2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2" name="P5"/>
          <p:cNvSpPr/>
          <p:nvPr/>
        </p:nvSpPr>
        <p:spPr>
          <a:xfrm>
            <a:off x="1560830" y="238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Salary per Operator per Month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3" name="C5"/>
          <p:cNvSpPr/>
          <p:nvPr/>
        </p:nvSpPr>
        <p:spPr>
          <a:xfrm>
            <a:off x="4660830" y="238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44" name="V5"/>
          <p:cNvSpPr/>
          <p:nvPr/>
        </p:nvSpPr>
        <p:spPr>
          <a:xfrm>
            <a:off x="7460830" y="238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22,000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5" name="RBg6_0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6" name="RBg6_1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7" name="RBg6_2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48" name="P6"/>
          <p:cNvSpPr/>
          <p:nvPr/>
        </p:nvSpPr>
        <p:spPr>
          <a:xfrm>
            <a:off x="1560830" y="261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Monthly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49" name="C6"/>
          <p:cNvSpPr/>
          <p:nvPr/>
        </p:nvSpPr>
        <p:spPr>
          <a:xfrm>
            <a:off x="4660830" y="261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0" name="V6"/>
          <p:cNvSpPr/>
          <p:nvPr/>
        </p:nvSpPr>
        <p:spPr>
          <a:xfrm>
            <a:off x="7460830" y="261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6,60,000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1" name="RBg7_0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2" name="RBg7_1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3" name="RBg7_2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4" name="P7"/>
          <p:cNvSpPr/>
          <p:nvPr/>
        </p:nvSpPr>
        <p:spPr>
          <a:xfrm>
            <a:off x="1560830" y="2846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Current Annual Manpower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55" name="C7"/>
          <p:cNvSpPr/>
          <p:nvPr/>
        </p:nvSpPr>
        <p:spPr>
          <a:xfrm>
            <a:off x="4660830" y="2846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6,60,000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56" name="V7"/>
          <p:cNvSpPr/>
          <p:nvPr/>
        </p:nvSpPr>
        <p:spPr>
          <a:xfrm>
            <a:off x="7460830" y="2846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79,20,000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57" name="RBg8_0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8" name="RBg8_1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59" name="RBg8_2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0" name="P8"/>
          <p:cNvSpPr/>
          <p:nvPr/>
        </p:nvSpPr>
        <p:spPr>
          <a:xfrm>
            <a:off x="1560830" y="3079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Operators Required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1" name="C8"/>
          <p:cNvSpPr/>
          <p:nvPr/>
        </p:nvSpPr>
        <p:spPr>
          <a:xfrm>
            <a:off x="4660830" y="3079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2" name="V8"/>
          <p:cNvSpPr/>
          <p:nvPr/>
        </p:nvSpPr>
        <p:spPr>
          <a:xfrm>
            <a:off x="7460830" y="3079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10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3" name="RBg9_0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4" name="RBg9_1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5" name="RBg9_2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66" name="P9"/>
          <p:cNvSpPr/>
          <p:nvPr/>
        </p:nvSpPr>
        <p:spPr>
          <a:xfrm>
            <a:off x="1560830" y="3312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Monthly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7" name="C9"/>
          <p:cNvSpPr/>
          <p:nvPr/>
        </p:nvSpPr>
        <p:spPr>
          <a:xfrm>
            <a:off x="4660830" y="3312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4 × 22,000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68" name="V9"/>
          <p:cNvSpPr/>
          <p:nvPr/>
        </p:nvSpPr>
        <p:spPr>
          <a:xfrm>
            <a:off x="7460830" y="3312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88,000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69" name="RBg10_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0" name="RBg10_1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1" name="RBg10_2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2" name="P10"/>
          <p:cNvSpPr/>
          <p:nvPr/>
        </p:nvSpPr>
        <p:spPr>
          <a:xfrm>
            <a:off x="1560830" y="3545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Manpower Cost After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3" name="C10"/>
          <p:cNvSpPr/>
          <p:nvPr/>
        </p:nvSpPr>
        <p:spPr>
          <a:xfrm>
            <a:off x="4660830" y="3545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88,000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74" name="V10"/>
          <p:cNvSpPr/>
          <p:nvPr/>
        </p:nvSpPr>
        <p:spPr>
          <a:xfrm>
            <a:off x="7460830" y="3545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₹ 10,56,000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5" name="RBg11_0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6" name="RBg11_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7" name="RBg11_2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78" name="P11"/>
          <p:cNvSpPr/>
          <p:nvPr/>
        </p:nvSpPr>
        <p:spPr>
          <a:xfrm>
            <a:off x="1560830" y="3778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Annual Savings Due to Automation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79" name="C11"/>
          <p:cNvSpPr/>
          <p:nvPr/>
        </p:nvSpPr>
        <p:spPr>
          <a:xfrm>
            <a:off x="4660830" y="3778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79,20,000 - 10,56,000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0" name="V11"/>
          <p:cNvSpPr/>
          <p:nvPr/>
        </p:nvSpPr>
        <p:spPr>
          <a:xfrm>
            <a:off x="7460830" y="3778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68,64,000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1" name="RBg12_0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2" name="RBg12_1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3" name="RBg12_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4" name="P12"/>
          <p:cNvSpPr/>
          <p:nvPr/>
        </p:nvSpPr>
        <p:spPr>
          <a:xfrm>
            <a:off x="1560830" y="4011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Total Automation Project Cost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85" name="C12"/>
          <p:cNvSpPr/>
          <p:nvPr/>
        </p:nvSpPr>
        <p:spPr>
          <a:xfrm>
            <a:off x="4660830" y="4011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86" name="V12"/>
          <p:cNvSpPr/>
          <p:nvPr/>
        </p:nvSpPr>
        <p:spPr>
          <a:xfrm>
            <a:off x="7460830" y="4011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1,46,19,000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87" name="RBg13_0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8" name="RBg13_1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89" name="RBg13_2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0" name="P13"/>
          <p:cNvSpPr/>
          <p:nvPr/>
        </p:nvSpPr>
        <p:spPr>
          <a:xfrm>
            <a:off x="1560830" y="4244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(Years)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1" name="C13"/>
          <p:cNvSpPr/>
          <p:nvPr/>
        </p:nvSpPr>
        <p:spPr>
          <a:xfrm>
            <a:off x="4660830" y="4244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₹ 1,46,19,000 ÷ ₹ 68,64,000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2" name="V13"/>
          <p:cNvSpPr/>
          <p:nvPr/>
        </p:nvSpPr>
        <p:spPr>
          <a:xfrm>
            <a:off x="7460830" y="4244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2.1 Years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3" name="RBg14_0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4" name="RBg14_1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5" name="RBg14_2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296" name="P14"/>
          <p:cNvSpPr/>
          <p:nvPr/>
        </p:nvSpPr>
        <p:spPr>
          <a:xfrm>
            <a:off x="1560830" y="4477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ROI Payback Period (Months)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297" name="C14"/>
          <p:cNvSpPr/>
          <p:nvPr/>
        </p:nvSpPr>
        <p:spPr>
          <a:xfrm>
            <a:off x="4660830" y="4477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2.1 × 12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298" name="V14"/>
          <p:cNvSpPr/>
          <p:nvPr/>
        </p:nvSpPr>
        <p:spPr>
          <a:xfrm>
            <a:off x="7460830" y="4477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25 Months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  <p:sp>
        <p:nvSpPr>
          <p:cNvPr id="299" name="RBg15_0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0" name="RBg15_1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1" name="RBg15_2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solidFill>
            <a:srgbClr val="FFFFFF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2" name="P15"/>
          <p:cNvSpPr/>
          <p:nvPr/>
        </p:nvSpPr>
        <p:spPr>
          <a:xfrm>
            <a:off x="1560830" y="4710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Operator Reduction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3" name="C15"/>
          <p:cNvSpPr/>
          <p:nvPr/>
        </p:nvSpPr>
        <p:spPr>
          <a:xfrm>
            <a:off x="4660830" y="4710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30 - 4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04" name="V15"/>
          <p:cNvSpPr/>
          <p:nvPr/>
        </p:nvSpPr>
        <p:spPr>
          <a:xfrm>
            <a:off x="7460830" y="4710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436"/>
                </a:solidFill>
                <a:latin typeface="Calibri" panose="020F0502020204030204" pitchFamily="34" charset="0"/>
              </a:rPr>
              <a:t>26 Operators Reduced</a:t>
            </a:r>
            <a:endParaRPr lang="en-US" sz="1000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5" name="RBg16_0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6" name="RBg16_1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7" name="RBg16_2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solidFill>
            <a:srgbClr val="F2F9F4"/>
          </a:solidFill>
          <a:ln w="3810">
            <a:solidFill>
              <a:srgbClr val="DDDDDD"/>
            </a:solidFill>
            <a:prstDash val="solid"/>
          </a:ln>
        </p:spPr>
      </p:sp>
      <p:sp>
        <p:nvSpPr>
          <p:cNvPr id="308" name="P16"/>
          <p:cNvSpPr/>
          <p:nvPr/>
        </p:nvSpPr>
        <p:spPr>
          <a:xfrm>
            <a:off x="1560830" y="4943345"/>
            <a:ext cx="31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3436"/>
                </a:solidFill>
                <a:latin typeface="Calibri" panose="020F0502020204030204" pitchFamily="34" charset="0"/>
              </a:rPr>
              <a:t>Savings After 5 Years</a:t>
            </a:r>
            <a:endParaRPr lang="en-US" sz="1000" b="1" dirty="0">
              <a:solidFill>
                <a:srgbClr val="2D3436"/>
              </a:solidFill>
              <a:latin typeface="Calibri" panose="020F0502020204030204" pitchFamily="34" charset="0"/>
            </a:endParaRPr>
          </a:p>
        </p:txBody>
      </p:sp>
      <p:sp>
        <p:nvSpPr>
          <p:cNvPr id="309" name="C16"/>
          <p:cNvSpPr/>
          <p:nvPr/>
        </p:nvSpPr>
        <p:spPr>
          <a:xfrm>
            <a:off x="4660830" y="4943345"/>
            <a:ext cx="280000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36E72"/>
                </a:solidFill>
                <a:latin typeface="Calibri" panose="020F0502020204030204" pitchFamily="34" charset="0"/>
              </a:rPr>
              <a:t>(₹ 68,64,000 × 5) - ₹ 1,46,19,000</a:t>
            </a:r>
            <a:endParaRPr lang="en-US" sz="1000" dirty="0">
              <a:solidFill>
                <a:srgbClr val="636E72"/>
              </a:solidFill>
              <a:latin typeface="Calibri" panose="020F0502020204030204" pitchFamily="34" charset="0"/>
            </a:endParaRPr>
          </a:p>
        </p:txBody>
      </p:sp>
      <p:sp>
        <p:nvSpPr>
          <p:cNvPr id="310" name="V16"/>
          <p:cNvSpPr/>
          <p:nvPr/>
        </p:nvSpPr>
        <p:spPr>
          <a:xfrm>
            <a:off x="7460830" y="4943345"/>
            <a:ext cx="3061120" cy="233000"/>
          </a:xfrm>
          <a:prstGeom prst="rect">
            <a:avLst/>
          </a:prstGeom>
          <a:noFill/>
        </p:spPr>
        <p:txBody>
          <a:bodyPr wrap="square" lIns="38100" tIns="0" rIns="3810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C6E49"/>
                </a:solidFill>
                <a:latin typeface="Calibri" panose="020F0502020204030204" pitchFamily="34" charset="0"/>
              </a:rPr>
              <a:t>₹ 1,97,01,000</a:t>
            </a:r>
            <a:endParaRPr lang="en-US" sz="1000" b="1" dirty="0">
              <a:solidFill>
                <a:srgbClr val="2C6E49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PO DETAILS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  <p:graphicFrame>
        <p:nvGraphicFramePr>
          <p:cNvPr id="2" name="Table 1"/>
          <p:cNvGraphicFramePr/>
          <p:nvPr/>
        </p:nvGraphicFramePr>
        <p:xfrm>
          <a:off x="80645" y="908685"/>
          <a:ext cx="11880215" cy="4544695"/>
        </p:xfrm>
        <a:graphic>
          <a:graphicData uri="http://schemas.openxmlformats.org/drawingml/2006/table">
            <a:tbl>
              <a:tblPr/>
              <a:tblGrid>
                <a:gridCol w="522605"/>
                <a:gridCol w="1044575"/>
                <a:gridCol w="913130"/>
                <a:gridCol w="2480945"/>
                <a:gridCol w="1043940"/>
                <a:gridCol w="1305560"/>
                <a:gridCol w="1305560"/>
                <a:gridCol w="1306195"/>
                <a:gridCol w="1043940"/>
                <a:gridCol w="913765"/>
              </a:tblGrid>
              <a:tr h="904875">
                <a:tc gridSpan="10"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INVOICING PLAN – STELLANTIS ROBOTIC LINE PROJECT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06780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PO Value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%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 Payment Description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Amount (₹)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Invoice Date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Invoice No.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Status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Remark</a:t>
                      </a:r>
                      <a:endParaRPr sz="1600" b="1" i="0">
                        <a:solidFill>
                          <a:srgbClr val="FFFFFF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to Supplier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Mar-2026 (PO date)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paid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3575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Delivery at Site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Jun-2026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4210"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5%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Installation &amp; Commissioning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Jul-2026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64845">
                <a:tc>
                  <a:txBody>
                    <a:bodyPr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ACTIVITY IMPLEMENTATION STATUS </a:t>
            </a:r>
            <a:endParaRPr 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EXECUTIVE SUMMERY</a:t>
            </a:r>
            <a:endParaRPr lang="en-IN" altLang="en-US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01" name="Card BG 1"/>
          <p:cNvSpPr/>
          <p:nvPr/>
        </p:nvSpPr>
        <p:spPr>
          <a:xfrm>
            <a:off x="4572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2" name="Card Num 1"/>
          <p:cNvSpPr txBox="1"/>
          <p:nvPr/>
        </p:nvSpPr>
        <p:spPr>
          <a:xfrm>
            <a:off x="5572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05</a:t>
            </a:r>
            <a:endParaRPr lang="en-IN" sz="4400" b="1" dirty="0">
              <a:solidFill>
                <a:srgbClr val="002060"/>
              </a:solidFill>
              <a:latin typeface="Calibri" panose="020F0502020204030204" pitchFamily="34" charset="0"/>
            </a:endParaRPr>
          </a:p>
        </p:txBody>
      </p:sp>
      <p:sp>
        <p:nvSpPr>
          <p:cNvPr id="103" name="Card Label 1"/>
          <p:cNvSpPr txBox="1"/>
          <p:nvPr/>
        </p:nvSpPr>
        <p:spPr>
          <a:xfrm>
            <a:off x="5572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OEM LINES IN EXECUTION</a:t>
            </a:r>
            <a:endParaRPr lang="en-IN" sz="1200" b="1" dirty="0">
              <a:solidFill>
                <a:srgbClr val="5B6B7F"/>
              </a:solidFill>
              <a:latin typeface="Calibri" panose="020F0502020204030204" pitchFamily="34" charset="0"/>
            </a:endParaRPr>
          </a:p>
        </p:txBody>
      </p:sp>
      <p:sp>
        <p:nvSpPr>
          <p:cNvPr id="104" name="Card BG 2"/>
          <p:cNvSpPr/>
          <p:nvPr/>
        </p:nvSpPr>
        <p:spPr>
          <a:xfrm>
            <a:off x="29170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5" name="Card Num 2"/>
          <p:cNvSpPr txBox="1"/>
          <p:nvPr/>
        </p:nvSpPr>
        <p:spPr>
          <a:xfrm>
            <a:off x="30170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18+</a:t>
            </a:r>
            <a:endParaRPr lang="en-IN" sz="4400" b="1" dirty="0">
              <a:solidFill>
                <a:srgbClr val="002060"/>
              </a:solidFill>
              <a:latin typeface="Calibri" panose="020F0502020204030204" pitchFamily="34" charset="0"/>
            </a:endParaRPr>
          </a:p>
        </p:txBody>
      </p:sp>
      <p:sp>
        <p:nvSpPr>
          <p:cNvPr id="106" name="Card Label 2"/>
          <p:cNvSpPr txBox="1"/>
          <p:nvPr/>
        </p:nvSpPr>
        <p:spPr>
          <a:xfrm>
            <a:off x="30170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ROBOTS &amp; COBOTS DEPLOYED</a:t>
            </a:r>
            <a:endParaRPr lang="en-IN" sz="1200" b="1" dirty="0">
              <a:solidFill>
                <a:srgbClr val="5B6B7F"/>
              </a:solidFill>
              <a:latin typeface="Calibri" panose="020F0502020204030204" pitchFamily="34" charset="0"/>
            </a:endParaRPr>
          </a:p>
        </p:txBody>
      </p:sp>
      <p:sp>
        <p:nvSpPr>
          <p:cNvPr id="107" name="Card BG 3"/>
          <p:cNvSpPr/>
          <p:nvPr/>
        </p:nvSpPr>
        <p:spPr>
          <a:xfrm>
            <a:off x="53768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8" name="Card Num 3"/>
          <p:cNvSpPr txBox="1"/>
          <p:nvPr/>
        </p:nvSpPr>
        <p:spPr>
          <a:xfrm>
            <a:off x="54768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1</a:t>
            </a:r>
            <a:endParaRPr lang="en-IN" sz="4400" b="1" dirty="0">
              <a:solidFill>
                <a:srgbClr val="002060"/>
              </a:solidFill>
              <a:latin typeface="Calibri" panose="020F0502020204030204" pitchFamily="34" charset="0"/>
            </a:endParaRPr>
          </a:p>
        </p:txBody>
      </p:sp>
      <p:sp>
        <p:nvSpPr>
          <p:cNvPr id="109" name="Card Label 3"/>
          <p:cNvSpPr txBox="1"/>
          <p:nvPr/>
        </p:nvSpPr>
        <p:spPr>
          <a:xfrm>
            <a:off x="54768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IN INSTALLATION &amp; COMMISSIONING</a:t>
            </a:r>
            <a:endParaRPr lang="en-IN" sz="1200" b="1" dirty="0">
              <a:solidFill>
                <a:srgbClr val="5B6B7F"/>
              </a:solidFill>
              <a:latin typeface="Calibri" panose="020F0502020204030204" pitchFamily="34" charset="0"/>
            </a:endParaRPr>
          </a:p>
        </p:txBody>
      </p:sp>
      <p:sp>
        <p:nvSpPr>
          <p:cNvPr id="110" name="Card BG 4"/>
          <p:cNvSpPr/>
          <p:nvPr/>
        </p:nvSpPr>
        <p:spPr>
          <a:xfrm>
            <a:off x="78366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1" name="Card Num 4"/>
          <p:cNvSpPr txBox="1"/>
          <p:nvPr/>
        </p:nvSpPr>
        <p:spPr>
          <a:xfrm>
            <a:off x="79366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2</a:t>
            </a:r>
            <a:endParaRPr lang="en-IN" sz="4400" b="1" dirty="0">
              <a:solidFill>
                <a:srgbClr val="002060"/>
              </a:solidFill>
              <a:latin typeface="Calibri" panose="020F0502020204030204" pitchFamily="34" charset="0"/>
            </a:endParaRPr>
          </a:p>
        </p:txBody>
      </p:sp>
      <p:sp>
        <p:nvSpPr>
          <p:cNvPr id="112" name="Card Label 4"/>
          <p:cNvSpPr txBox="1"/>
          <p:nvPr/>
        </p:nvSpPr>
        <p:spPr>
          <a:xfrm>
            <a:off x="79366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IN DESIGN APPROVAL (DAP)</a:t>
            </a:r>
            <a:endParaRPr lang="en-IN" sz="1200" b="1" dirty="0">
              <a:solidFill>
                <a:srgbClr val="5B6B7F"/>
              </a:solidFill>
              <a:latin typeface="Calibri" panose="020F0502020204030204" pitchFamily="34" charset="0"/>
            </a:endParaRPr>
          </a:p>
        </p:txBody>
      </p:sp>
      <p:sp>
        <p:nvSpPr>
          <p:cNvPr id="113" name="Card BG 5"/>
          <p:cNvSpPr/>
          <p:nvPr/>
        </p:nvSpPr>
        <p:spPr>
          <a:xfrm>
            <a:off x="10296400" y="1950000"/>
            <a:ext cx="1438400" cy="1500000"/>
          </a:xfrm>
          <a:prstGeom prst="roundRect">
            <a:avLst>
              <a:gd name="adj" fmla="val 6000"/>
            </a:avLst>
          </a:prstGeom>
          <a:solidFill>
            <a:srgbClr val="FEDB6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4" name="Card Num 5"/>
          <p:cNvSpPr txBox="1"/>
          <p:nvPr/>
        </p:nvSpPr>
        <p:spPr>
          <a:xfrm>
            <a:off x="10396400" y="2030000"/>
            <a:ext cx="123840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2</a:t>
            </a:r>
            <a:endParaRPr lang="en-IN" sz="4400" b="1" dirty="0">
              <a:solidFill>
                <a:srgbClr val="002060"/>
              </a:solidFill>
              <a:latin typeface="Calibri" panose="020F0502020204030204" pitchFamily="34" charset="0"/>
            </a:endParaRPr>
          </a:p>
        </p:txBody>
      </p:sp>
      <p:sp>
        <p:nvSpPr>
          <p:cNvPr id="115" name="Card Label 5"/>
          <p:cNvSpPr txBox="1"/>
          <p:nvPr/>
        </p:nvSpPr>
        <p:spPr>
          <a:xfrm>
            <a:off x="10396400" y="2750000"/>
            <a:ext cx="123840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002060"/>
                </a:solidFill>
                <a:latin typeface="Calibri" panose="020F0502020204030204" pitchFamily="34" charset="0"/>
              </a:rPr>
              <a:t>AWAITING PR</a:t>
            </a:r>
            <a:endParaRPr lang="en-IN" sz="1200" b="1" dirty="0">
              <a:solidFill>
                <a:srgbClr val="002060"/>
              </a:solidFill>
              <a:latin typeface="Calibri" panose="020F0502020204030204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 b="1">
                <a:solidFill>
                  <a:schemeClr val="bg1"/>
                </a:solidFill>
              </a:rPr>
              <a:t>LGB l  Operations Technology</a:t>
            </a:r>
            <a:endParaRPr lang="en-IN" alt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Box 1"/>
          <p:cNvSpPr txBox="1"/>
          <p:nvPr/>
        </p:nvSpPr>
        <p:spPr>
          <a:xfrm>
            <a:off x="2461260" y="2506345"/>
            <a:ext cx="727011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IN" altLang="en-US" sz="6600" b="1">
                <a:solidFill>
                  <a:schemeClr val="bg1"/>
                </a:solidFill>
              </a:rPr>
              <a:t>Thank You</a:t>
            </a:r>
            <a:endParaRPr lang="en-IN" altLang="en-US" sz="6600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22942</Words>
  <Application>WPS Presentation</Application>
  <PresentationFormat>Widescreen</PresentationFormat>
  <Paragraphs>3401</Paragraphs>
  <Slides>69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69</vt:i4>
      </vt:variant>
    </vt:vector>
  </HeadingPairs>
  <TitlesOfParts>
    <vt:vector size="87" baseType="lpstr">
      <vt:lpstr>Arial</vt:lpstr>
      <vt:lpstr>SimSun</vt:lpstr>
      <vt:lpstr>Wingdings</vt:lpstr>
      <vt:lpstr>Cambria</vt:lpstr>
      <vt:lpstr>Cambria</vt:lpstr>
      <vt:lpstr>Cambria</vt:lpstr>
      <vt:lpstr>Century Gothic</vt:lpstr>
      <vt:lpstr>Calibri</vt:lpstr>
      <vt:lpstr>Aptos</vt:lpstr>
      <vt:lpstr>Segoe UI</vt:lpstr>
      <vt:lpstr>Microsoft YaHei</vt:lpstr>
      <vt:lpstr>Arial Unicode MS</vt:lpstr>
      <vt:lpstr>Aptos Display</vt:lpstr>
      <vt:lpstr>Segoe UI Variable Display</vt:lpstr>
      <vt:lpstr>Calibri</vt:lpstr>
      <vt:lpstr>Arial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Karthik M</dc:creator>
  <cp:lastModifiedBy>Noufal Basheer</cp:lastModifiedBy>
  <cp:revision>36</cp:revision>
  <dcterms:created xsi:type="dcterms:W3CDTF">2024-03-07T14:31:00Z</dcterms:created>
  <dcterms:modified xsi:type="dcterms:W3CDTF">2026-06-27T10:37:03Z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446D6C75BD29447E917792DC6A1B847D_12</vt:lpwstr>
  </property>
</Properties>
</file>
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95AF-92F3-F570-F254-0E88DD89B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B98FE49-3856-8317-08FD-4AC368CE8436}"/>
              </a:ext>
            </a:extLst>
          </p:cNvPr>
          <p:cNvGrpSpPr/>
          <p:nvPr/>
        </p:nvGrpSpPr>
        <p:grpSpPr>
          <a:xfrm>
            <a:off x="134506" y="-9806"/>
            <a:ext cx="11922988" cy="6829892"/>
            <a:chOff x="134506" y="-9806"/>
            <a:chExt cx="11922988" cy="682989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930A14E-8C56-BE8D-1DE3-C910FA1E550E}"/>
                </a:ext>
              </a:extLst>
            </p:cNvPr>
            <p:cNvGrpSpPr/>
            <p:nvPr/>
          </p:nvGrpSpPr>
          <p:grpSpPr>
            <a:xfrm>
              <a:off x="134506" y="-9806"/>
              <a:ext cx="11922988" cy="6829892"/>
              <a:chOff x="112143" y="-26105"/>
              <a:chExt cx="11922988" cy="6829892"/>
            </a:xfrm>
          </p:grpSpPr>
          <p:sp>
            <p:nvSpPr>
              <p:cNvPr id="4" name="Rectangles 3">
                <a:extLst>
                  <a:ext uri="{FF2B5EF4-FFF2-40B4-BE49-F238E27FC236}">
                    <a16:creationId xmlns:a16="http://schemas.microsoft.com/office/drawing/2014/main" id="{363D9341-BBDA-6064-0C50-AEE48E95A7EF}"/>
                  </a:ext>
                </a:extLst>
              </p:cNvPr>
              <p:cNvSpPr/>
              <p:nvPr/>
            </p:nvSpPr>
            <p:spPr>
              <a:xfrm>
                <a:off x="979953" y="1033765"/>
                <a:ext cx="10751779" cy="515980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DDE22B7F-8B93-36DB-2AD9-9C44176F7C5B}"/>
                  </a:ext>
                </a:extLst>
              </p:cNvPr>
              <p:cNvSpPr/>
              <p:nvPr/>
            </p:nvSpPr>
            <p:spPr>
              <a:xfrm>
                <a:off x="112143" y="-26105"/>
                <a:ext cx="11922988" cy="6829892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 Box 19">
                <a:extLst>
                  <a:ext uri="{FF2B5EF4-FFF2-40B4-BE49-F238E27FC236}">
                    <a16:creationId xmlns:a16="http://schemas.microsoft.com/office/drawing/2014/main" id="{977E490B-B4FA-3673-FEF5-F939381608E3}"/>
                  </a:ext>
                </a:extLst>
              </p:cNvPr>
              <p:cNvSpPr txBox="1"/>
              <p:nvPr/>
            </p:nvSpPr>
            <p:spPr>
              <a:xfrm>
                <a:off x="4452944" y="533763"/>
                <a:ext cx="3812503" cy="36933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  <a:alpha val="27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altLang="en-US" b="1" dirty="0"/>
                  <a:t>Roll Test, Pressing &amp;  Final Inspection</a:t>
                </a:r>
              </a:p>
            </p:txBody>
          </p:sp>
          <p:sp>
            <p:nvSpPr>
              <p:cNvPr id="25" name="Text Box 24">
                <a:extLst>
                  <a:ext uri="{FF2B5EF4-FFF2-40B4-BE49-F238E27FC236}">
                    <a16:creationId xmlns:a16="http://schemas.microsoft.com/office/drawing/2014/main" id="{502DBEEF-768C-96B2-EE26-877280104490}"/>
                  </a:ext>
                </a:extLst>
              </p:cNvPr>
              <p:cNvSpPr txBox="1"/>
              <p:nvPr/>
            </p:nvSpPr>
            <p:spPr>
              <a:xfrm>
                <a:off x="3374869" y="54213"/>
                <a:ext cx="6186488" cy="369332"/>
              </a:xfrm>
              <a:prstGeom prst="rect">
                <a:avLst/>
              </a:prstGeom>
              <a:solidFill>
                <a:schemeClr val="bg2">
                  <a:lumMod val="75000"/>
                  <a:alpha val="27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altLang="en-US" b="1" u="sng" dirty="0"/>
                  <a:t>Ather Project Layout Proposal For Final Inspection</a:t>
                </a:r>
              </a:p>
            </p:txBody>
          </p:sp>
          <p:sp>
            <p:nvSpPr>
              <p:cNvPr id="26" name="Rectangles 25">
                <a:extLst>
                  <a:ext uri="{FF2B5EF4-FFF2-40B4-BE49-F238E27FC236}">
                    <a16:creationId xmlns:a16="http://schemas.microsoft.com/office/drawing/2014/main" id="{64FE2C76-055B-BCFD-45DF-B84332814B32}"/>
                  </a:ext>
                </a:extLst>
              </p:cNvPr>
              <p:cNvSpPr/>
              <p:nvPr/>
            </p:nvSpPr>
            <p:spPr>
              <a:xfrm rot="16200000">
                <a:off x="2920973" y="1421636"/>
                <a:ext cx="907793" cy="746133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8</a:t>
                </a:r>
                <a:r>
                  <a:rPr lang="en-I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 pressing M/c</a:t>
                </a:r>
              </a:p>
            </p:txBody>
          </p:sp>
          <p:sp>
            <p:nvSpPr>
              <p:cNvPr id="11" name="Rectangles 25">
                <a:extLst>
                  <a:ext uri="{FF2B5EF4-FFF2-40B4-BE49-F238E27FC236}">
                    <a16:creationId xmlns:a16="http://schemas.microsoft.com/office/drawing/2014/main" id="{5F92C508-5983-331D-AE99-C8DD7DFBE9A4}"/>
                  </a:ext>
                </a:extLst>
              </p:cNvPr>
              <p:cNvSpPr/>
              <p:nvPr/>
            </p:nvSpPr>
            <p:spPr>
              <a:xfrm>
                <a:off x="1510509" y="789894"/>
                <a:ext cx="978316" cy="39322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OUTPUT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1F63118-69B4-699C-CD4A-D87C2D53CEBB}"/>
                  </a:ext>
                </a:extLst>
              </p:cNvPr>
              <p:cNvGrpSpPr/>
              <p:nvPr/>
            </p:nvGrpSpPr>
            <p:grpSpPr>
              <a:xfrm rot="5400000">
                <a:off x="9076046" y="2640526"/>
                <a:ext cx="2671119" cy="1078144"/>
                <a:chOff x="5635435" y="1517572"/>
                <a:chExt cx="1695621" cy="797769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43DF688-61FA-30AA-2890-5600F14E7949}"/>
                    </a:ext>
                  </a:extLst>
                </p:cNvPr>
                <p:cNvSpPr/>
                <p:nvPr/>
              </p:nvSpPr>
              <p:spPr>
                <a:xfrm>
                  <a:off x="5635435" y="1517572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-1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A41B163-E6F2-FA4F-3757-8AA603386297}"/>
                    </a:ext>
                  </a:extLst>
                </p:cNvPr>
                <p:cNvSpPr/>
                <p:nvPr/>
              </p:nvSpPr>
              <p:spPr>
                <a:xfrm>
                  <a:off x="5635435" y="1925451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-1</a:t>
                  </a:r>
                </a:p>
              </p:txBody>
            </p:sp>
          </p:grp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AD6A85D-0640-0CA3-7DAE-77DFEEDCADAF}"/>
                  </a:ext>
                </a:extLst>
              </p:cNvPr>
              <p:cNvSpPr/>
              <p:nvPr/>
            </p:nvSpPr>
            <p:spPr>
              <a:xfrm>
                <a:off x="3747936" y="3779303"/>
                <a:ext cx="357520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ln w="19050">
                      <a:solidFill>
                        <a:schemeClr val="tx1"/>
                      </a:solidFill>
                    </a:ln>
                  </a:rPr>
                  <a:t>IN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5E8F39A-FD7C-352E-3F1C-46FF14174AE6}"/>
                  </a:ext>
                </a:extLst>
              </p:cNvPr>
              <p:cNvSpPr/>
              <p:nvPr/>
            </p:nvSpPr>
            <p:spPr>
              <a:xfrm>
                <a:off x="10858794" y="5148817"/>
                <a:ext cx="357520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IN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8D6E84E-0ABA-97A1-4A42-324584A0412D}"/>
                  </a:ext>
                </a:extLst>
              </p:cNvPr>
              <p:cNvSpPr/>
              <p:nvPr/>
            </p:nvSpPr>
            <p:spPr>
              <a:xfrm>
                <a:off x="2309589" y="3798360"/>
                <a:ext cx="468603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OUT</a:t>
                </a: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CB086E6-831D-E441-71B2-75BEAD22D25F}"/>
                  </a:ext>
                </a:extLst>
              </p:cNvPr>
              <p:cNvCxnSpPr/>
              <p:nvPr/>
            </p:nvCxnSpPr>
            <p:spPr>
              <a:xfrm>
                <a:off x="589934" y="1092193"/>
                <a:ext cx="325119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2CD32EE9-6F46-BD5E-5636-CF15957D1A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8959" y="6340454"/>
                <a:ext cx="0" cy="334499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4EF2A1BF-5657-79FB-3C4D-72BC908860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00738" y="6340454"/>
                <a:ext cx="0" cy="334499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3FC10444-345A-B23E-C04D-DE1996DE82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8959" y="6586115"/>
                <a:ext cx="10751779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16DAFE18-AEC7-6022-B333-1BD1A26BCF9A}"/>
                  </a:ext>
                </a:extLst>
              </p:cNvPr>
              <p:cNvSpPr/>
              <p:nvPr/>
            </p:nvSpPr>
            <p:spPr>
              <a:xfrm>
                <a:off x="5888063" y="6499597"/>
                <a:ext cx="685045" cy="20442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dirty="0">
                    <a:solidFill>
                      <a:schemeClr val="tx1"/>
                    </a:solidFill>
                  </a:rPr>
                  <a:t>66 Ft.</a:t>
                </a:r>
              </a:p>
            </p:txBody>
          </p: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AF2495C8-AA1D-38BC-8878-EDF379172B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9934" y="1092193"/>
                <a:ext cx="52765" cy="5159802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3EBB4ED-BD10-024C-0CBB-A0EE28DCAE76}"/>
                  </a:ext>
                </a:extLst>
              </p:cNvPr>
              <p:cNvCxnSpPr/>
              <p:nvPr/>
            </p:nvCxnSpPr>
            <p:spPr>
              <a:xfrm>
                <a:off x="532276" y="6251996"/>
                <a:ext cx="325119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Rectangles 25">
                <a:extLst>
                  <a:ext uri="{FF2B5EF4-FFF2-40B4-BE49-F238E27FC236}">
                    <a16:creationId xmlns:a16="http://schemas.microsoft.com/office/drawing/2014/main" id="{A563C7FA-6B2C-FBEF-86D8-46F3336D4860}"/>
                  </a:ext>
                </a:extLst>
              </p:cNvPr>
              <p:cNvSpPr/>
              <p:nvPr/>
            </p:nvSpPr>
            <p:spPr>
              <a:xfrm>
                <a:off x="9673727" y="5443953"/>
                <a:ext cx="1363827" cy="510767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</a:t>
                </a:r>
                <a:r>
                  <a:rPr lang="en-I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OLL TEST - 1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DF2E91-3EC1-12FF-A609-D68CAFB9FC83}"/>
                  </a:ext>
                </a:extLst>
              </p:cNvPr>
              <p:cNvSpPr/>
              <p:nvPr/>
            </p:nvSpPr>
            <p:spPr>
              <a:xfrm rot="16200000">
                <a:off x="3704872" y="2164455"/>
                <a:ext cx="468603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OUT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5FDF6A4-1FD9-8475-8E57-0E735A3836E0}"/>
                  </a:ext>
                </a:extLst>
              </p:cNvPr>
              <p:cNvSpPr/>
              <p:nvPr/>
            </p:nvSpPr>
            <p:spPr>
              <a:xfrm rot="16200000">
                <a:off x="3698290" y="1198937"/>
                <a:ext cx="490065" cy="28373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ln w="19050">
                      <a:solidFill>
                        <a:schemeClr val="tx1"/>
                      </a:solidFill>
                    </a:ln>
                  </a:rPr>
                  <a:t>IN</a:t>
                </a:r>
              </a:p>
            </p:txBody>
          </p:sp>
          <p:sp>
            <p:nvSpPr>
              <p:cNvPr id="9" name="Rectangles 25">
                <a:extLst>
                  <a:ext uri="{FF2B5EF4-FFF2-40B4-BE49-F238E27FC236}">
                    <a16:creationId xmlns:a16="http://schemas.microsoft.com/office/drawing/2014/main" id="{1F7BC132-E344-B193-BDF0-531867BE8123}"/>
                  </a:ext>
                </a:extLst>
              </p:cNvPr>
              <p:cNvSpPr/>
              <p:nvPr/>
            </p:nvSpPr>
            <p:spPr>
              <a:xfrm>
                <a:off x="6569994" y="6074622"/>
                <a:ext cx="827982" cy="312874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INPUT</a:t>
                </a:r>
              </a:p>
            </p:txBody>
          </p:sp>
          <p:sp>
            <p:nvSpPr>
              <p:cNvPr id="22" name="Rectangles 25">
                <a:extLst>
                  <a:ext uri="{FF2B5EF4-FFF2-40B4-BE49-F238E27FC236}">
                    <a16:creationId xmlns:a16="http://schemas.microsoft.com/office/drawing/2014/main" id="{5CDAA043-4959-11EE-F248-7ABF785A96EA}"/>
                  </a:ext>
                </a:extLst>
              </p:cNvPr>
              <p:cNvSpPr/>
              <p:nvPr/>
            </p:nvSpPr>
            <p:spPr>
              <a:xfrm>
                <a:off x="7245815" y="5450201"/>
                <a:ext cx="1363827" cy="519394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</a:t>
                </a:r>
                <a:r>
                  <a:rPr lang="en-I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OLL TEST - 2</a:t>
                </a:r>
              </a:p>
            </p:txBody>
          </p:sp>
          <p:sp>
            <p:nvSpPr>
              <p:cNvPr id="23" name="Rectangles 25">
                <a:extLst>
                  <a:ext uri="{FF2B5EF4-FFF2-40B4-BE49-F238E27FC236}">
                    <a16:creationId xmlns:a16="http://schemas.microsoft.com/office/drawing/2014/main" id="{C4CCF199-F28E-DDCD-EA9B-B0B7FF9916E6}"/>
                  </a:ext>
                </a:extLst>
              </p:cNvPr>
              <p:cNvSpPr/>
              <p:nvPr/>
            </p:nvSpPr>
            <p:spPr>
              <a:xfrm>
                <a:off x="4773924" y="5438283"/>
                <a:ext cx="1296794" cy="536025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</a:t>
                </a:r>
                <a:r>
                  <a:rPr lang="en-I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OLL TEST - 3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16EF754-36F4-B2D9-AE74-67FFBC594245}"/>
                  </a:ext>
                </a:extLst>
              </p:cNvPr>
              <p:cNvGrpSpPr/>
              <p:nvPr/>
            </p:nvGrpSpPr>
            <p:grpSpPr>
              <a:xfrm rot="5400000">
                <a:off x="5452703" y="2603388"/>
                <a:ext cx="2671119" cy="1104022"/>
                <a:chOff x="5635435" y="1453743"/>
                <a:chExt cx="1695621" cy="816918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0767FFB-FF8E-588C-653C-19FE08F6357C}"/>
                    </a:ext>
                  </a:extLst>
                </p:cNvPr>
                <p:cNvSpPr/>
                <p:nvPr/>
              </p:nvSpPr>
              <p:spPr>
                <a:xfrm>
                  <a:off x="5635435" y="1453743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-3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B794BD2-680D-0FD7-6073-CDA04CB9D62C}"/>
                    </a:ext>
                  </a:extLst>
                </p:cNvPr>
                <p:cNvSpPr/>
                <p:nvPr/>
              </p:nvSpPr>
              <p:spPr>
                <a:xfrm>
                  <a:off x="5635435" y="1880771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-4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7EFB32F-2C33-B54D-0834-B18C32F58F52}"/>
                  </a:ext>
                </a:extLst>
              </p:cNvPr>
              <p:cNvGrpSpPr/>
              <p:nvPr/>
            </p:nvGrpSpPr>
            <p:grpSpPr>
              <a:xfrm rot="5400000">
                <a:off x="7316309" y="2638398"/>
                <a:ext cx="2671119" cy="1078144"/>
                <a:chOff x="5635435" y="1517572"/>
                <a:chExt cx="1695621" cy="797769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291D91F-702C-9C94-971B-3742EBEE70F5}"/>
                    </a:ext>
                  </a:extLst>
                </p:cNvPr>
                <p:cNvSpPr/>
                <p:nvPr/>
              </p:nvSpPr>
              <p:spPr>
                <a:xfrm>
                  <a:off x="5635435" y="1517572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-2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AFC75C3-4FF5-D2BB-ACEF-1575D6A24C06}"/>
                    </a:ext>
                  </a:extLst>
                </p:cNvPr>
                <p:cNvSpPr/>
                <p:nvPr/>
              </p:nvSpPr>
              <p:spPr>
                <a:xfrm>
                  <a:off x="5635435" y="1925451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-2</a:t>
                  </a: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742BC16-4FED-5D47-F4AF-BA54224DFB46}"/>
                  </a:ext>
                </a:extLst>
              </p:cNvPr>
              <p:cNvGrpSpPr/>
              <p:nvPr/>
            </p:nvGrpSpPr>
            <p:grpSpPr>
              <a:xfrm rot="5400000">
                <a:off x="3656457" y="2609827"/>
                <a:ext cx="2671119" cy="1078144"/>
                <a:chOff x="5635435" y="1517572"/>
                <a:chExt cx="1695621" cy="797769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179BEEC-E9B6-47C4-7413-7182C1D7A4D9}"/>
                    </a:ext>
                  </a:extLst>
                </p:cNvPr>
                <p:cNvSpPr/>
                <p:nvPr/>
              </p:nvSpPr>
              <p:spPr>
                <a:xfrm>
                  <a:off x="5635435" y="1517572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-4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34FC1159-17E3-375A-1B7D-4E0F1FB5B741}"/>
                    </a:ext>
                  </a:extLst>
                </p:cNvPr>
                <p:cNvSpPr/>
                <p:nvPr/>
              </p:nvSpPr>
              <p:spPr>
                <a:xfrm>
                  <a:off x="5635435" y="1925451"/>
                  <a:ext cx="1695621" cy="38989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-4</a:t>
                  </a:r>
                </a:p>
              </p:txBody>
            </p:sp>
          </p:grpSp>
          <p:sp>
            <p:nvSpPr>
              <p:cNvPr id="49" name="Rectangles 25">
                <a:extLst>
                  <a:ext uri="{FF2B5EF4-FFF2-40B4-BE49-F238E27FC236}">
                    <a16:creationId xmlns:a16="http://schemas.microsoft.com/office/drawing/2014/main" id="{643C14E2-2B53-B3B7-EB6A-0D049C38205C}"/>
                  </a:ext>
                </a:extLst>
              </p:cNvPr>
              <p:cNvSpPr/>
              <p:nvPr/>
            </p:nvSpPr>
            <p:spPr>
              <a:xfrm>
                <a:off x="2694086" y="4155311"/>
                <a:ext cx="1263064" cy="54494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</a:t>
                </a:r>
                <a:r>
                  <a:rPr lang="en-I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OLL TEST - 4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10B255-3702-7892-3324-3214902607A7}"/>
                  </a:ext>
                </a:extLst>
              </p:cNvPr>
              <p:cNvSpPr/>
              <p:nvPr/>
            </p:nvSpPr>
            <p:spPr>
              <a:xfrm>
                <a:off x="9367282" y="5134586"/>
                <a:ext cx="468603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OUT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60ADB5F-BD95-5718-FC53-0F85A9F17F24}"/>
                  </a:ext>
                </a:extLst>
              </p:cNvPr>
              <p:cNvSpPr/>
              <p:nvPr/>
            </p:nvSpPr>
            <p:spPr>
              <a:xfrm>
                <a:off x="8376254" y="5115944"/>
                <a:ext cx="357520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IN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79B9130-33E3-5C3A-288F-D5BC82A257FB}"/>
                  </a:ext>
                </a:extLst>
              </p:cNvPr>
              <p:cNvSpPr/>
              <p:nvPr/>
            </p:nvSpPr>
            <p:spPr>
              <a:xfrm>
                <a:off x="6823157" y="5125962"/>
                <a:ext cx="468603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OUT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02AFD790-D58C-1C87-4E7A-64E3D29A52E9}"/>
                  </a:ext>
                </a:extLst>
              </p:cNvPr>
              <p:cNvSpPr/>
              <p:nvPr/>
            </p:nvSpPr>
            <p:spPr>
              <a:xfrm>
                <a:off x="5952174" y="5085925"/>
                <a:ext cx="357520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IN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81BDCD9-C22B-8128-43A0-18DE783E6A73}"/>
                  </a:ext>
                </a:extLst>
              </p:cNvPr>
              <p:cNvSpPr/>
              <p:nvPr/>
            </p:nvSpPr>
            <p:spPr>
              <a:xfrm>
                <a:off x="4414685" y="5085925"/>
                <a:ext cx="468603" cy="25593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ln w="19050">
                      <a:solidFill>
                        <a:schemeClr val="tx1"/>
                      </a:solidFill>
                    </a:ln>
                  </a:rPr>
                  <a:t>OUT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EC090461-7215-E094-F7D7-A380EDCBF738}"/>
                  </a:ext>
                </a:extLst>
              </p:cNvPr>
              <p:cNvGrpSpPr/>
              <p:nvPr/>
            </p:nvGrpSpPr>
            <p:grpSpPr>
              <a:xfrm rot="5400000">
                <a:off x="945996" y="2432858"/>
                <a:ext cx="1538068" cy="890432"/>
                <a:chOff x="6181194" y="1717450"/>
                <a:chExt cx="1321017" cy="850764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8B669B44-6F79-BA1E-1BE5-7FEFB2B10FE6}"/>
                    </a:ext>
                  </a:extLst>
                </p:cNvPr>
                <p:cNvSpPr/>
                <p:nvPr/>
              </p:nvSpPr>
              <p:spPr>
                <a:xfrm>
                  <a:off x="6181195" y="1717450"/>
                  <a:ext cx="1321016" cy="442884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 Assy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3B0364C4-CFD4-64C5-ACAA-213BCBFEB526}"/>
                    </a:ext>
                  </a:extLst>
                </p:cNvPr>
                <p:cNvSpPr/>
                <p:nvPr/>
              </p:nvSpPr>
              <p:spPr>
                <a:xfrm>
                  <a:off x="6181194" y="2125330"/>
                  <a:ext cx="1321016" cy="442884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b="1" dirty="0">
                      <a:solidFill>
                        <a:schemeClr val="tx1"/>
                      </a:solidFill>
                    </a:rPr>
                    <a:t>Inspection Line - Assy</a:t>
                  </a:r>
                </a:p>
              </p:txBody>
            </p:sp>
          </p:grpSp>
          <p:sp>
            <p:nvSpPr>
              <p:cNvPr id="83" name="Rectangles 25">
                <a:extLst>
                  <a:ext uri="{FF2B5EF4-FFF2-40B4-BE49-F238E27FC236}">
                    <a16:creationId xmlns:a16="http://schemas.microsoft.com/office/drawing/2014/main" id="{F92868BE-B540-751B-501D-AEEBE249852C}"/>
                  </a:ext>
                </a:extLst>
              </p:cNvPr>
              <p:cNvSpPr/>
              <p:nvPr/>
            </p:nvSpPr>
            <p:spPr>
              <a:xfrm>
                <a:off x="995066" y="5081910"/>
                <a:ext cx="2209053" cy="1095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Gauge Room</a:t>
                </a:r>
                <a:endParaRPr lang="en-IN" alt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26CB4D0-65FE-2A81-0E5C-5EC78E6C3875}"/>
                  </a:ext>
                </a:extLst>
              </p:cNvPr>
              <p:cNvSpPr/>
              <p:nvPr/>
            </p:nvSpPr>
            <p:spPr>
              <a:xfrm rot="16200000">
                <a:off x="333403" y="3262524"/>
                <a:ext cx="559782" cy="20980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dirty="0">
                    <a:solidFill>
                      <a:schemeClr val="tx1"/>
                    </a:solidFill>
                  </a:rPr>
                  <a:t>28 Ft.</a:t>
                </a:r>
              </a:p>
            </p:txBody>
          </p:sp>
        </p:grp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3926417-48F6-EBEB-9F1A-BA216CE32800}"/>
                </a:ext>
              </a:extLst>
            </p:cNvPr>
            <p:cNvSpPr/>
            <p:nvPr/>
          </p:nvSpPr>
          <p:spPr>
            <a:xfrm rot="16200000">
              <a:off x="11129747" y="3550487"/>
              <a:ext cx="1176516" cy="27660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Man Entry</a:t>
              </a:r>
              <a:endParaRPr lang="en-IN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7A98836-3461-FA6F-7459-018FF19E12BF}"/>
                </a:ext>
              </a:extLst>
            </p:cNvPr>
            <p:cNvSpPr/>
            <p:nvPr/>
          </p:nvSpPr>
          <p:spPr>
            <a:xfrm rot="5400000">
              <a:off x="616981" y="5592038"/>
              <a:ext cx="869894" cy="2532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Man Entry</a:t>
              </a:r>
              <a:endParaRPr lang="en-IN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s 25">
              <a:extLst>
                <a:ext uri="{FF2B5EF4-FFF2-40B4-BE49-F238E27FC236}">
                  <a16:creationId xmlns:a16="http://schemas.microsoft.com/office/drawing/2014/main" id="{64ACE65C-C93F-275C-52F8-E8234F807E76}"/>
                </a:ext>
              </a:extLst>
            </p:cNvPr>
            <p:cNvSpPr/>
            <p:nvPr/>
          </p:nvSpPr>
          <p:spPr>
            <a:xfrm>
              <a:off x="4671350" y="1202505"/>
              <a:ext cx="6741820" cy="342828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  <a:sp3d prstMaterial="dk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WIP STORAGE</a:t>
              </a:r>
            </a:p>
          </p:txBody>
        </p:sp>
        <p:sp>
          <p:nvSpPr>
            <p:cNvPr id="92" name="Rectangles 25">
              <a:extLst>
                <a:ext uri="{FF2B5EF4-FFF2-40B4-BE49-F238E27FC236}">
                  <a16:creationId xmlns:a16="http://schemas.microsoft.com/office/drawing/2014/main" id="{FF8299E0-E338-D7A9-A6B0-BCEBCA6241CE}"/>
                </a:ext>
              </a:extLst>
            </p:cNvPr>
            <p:cNvSpPr/>
            <p:nvPr/>
          </p:nvSpPr>
          <p:spPr>
            <a:xfrm>
              <a:off x="3658916" y="5602025"/>
              <a:ext cx="916874" cy="501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threePt" dir="t"/>
            </a:scene3d>
            <a:sp3d prstMaterial="dk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Gauge rack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E6534D9-28FB-7ABE-A45D-E107FD0F2CB9}"/>
                </a:ext>
              </a:extLst>
            </p:cNvPr>
            <p:cNvSpPr/>
            <p:nvPr/>
          </p:nvSpPr>
          <p:spPr>
            <a:xfrm>
              <a:off x="1169254" y="4201238"/>
              <a:ext cx="1095623" cy="44103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F I In-charge table</a:t>
              </a:r>
              <a:endParaRPr lang="en-IN" sz="1200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" name="Rectangles 25">
              <a:extLst>
                <a:ext uri="{FF2B5EF4-FFF2-40B4-BE49-F238E27FC236}">
                  <a16:creationId xmlns:a16="http://schemas.microsoft.com/office/drawing/2014/main" id="{752FEEDD-D8F2-048B-E84D-3ED4EA9757C5}"/>
                </a:ext>
              </a:extLst>
            </p:cNvPr>
            <p:cNvSpPr/>
            <p:nvPr/>
          </p:nvSpPr>
          <p:spPr>
            <a:xfrm>
              <a:off x="1144696" y="1362349"/>
              <a:ext cx="1315674" cy="462617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  <a:sp3d prstMaterial="dk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PARTS STORAGE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CD6771B-61A8-9AA8-471E-5B26B5196788}"/>
                </a:ext>
              </a:extLst>
            </p:cNvPr>
            <p:cNvGrpSpPr/>
            <p:nvPr/>
          </p:nvGrpSpPr>
          <p:grpSpPr>
            <a:xfrm>
              <a:off x="11010924" y="1863770"/>
              <a:ext cx="483079" cy="2636988"/>
              <a:chOff x="3887218" y="1086928"/>
              <a:chExt cx="483079" cy="1642153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8CF48D8-9EC1-BAD7-FB2C-C46A0777D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0221250-3E00-E8E0-F0FA-39796007E5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5C78221-3AAA-7469-0DAF-DDA16B5B13B7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830672-C36C-8BA3-BD8F-8820F9A790E1}"/>
                </a:ext>
              </a:extLst>
            </p:cNvPr>
            <p:cNvGrpSpPr/>
            <p:nvPr/>
          </p:nvGrpSpPr>
          <p:grpSpPr>
            <a:xfrm>
              <a:off x="11320617" y="1056443"/>
              <a:ext cx="468603" cy="801578"/>
              <a:chOff x="3887218" y="1086928"/>
              <a:chExt cx="483079" cy="1642153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70196BE-42E6-FDE9-6602-D6F0E2A23C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0AFAAA9-07B8-F4B4-C538-3AEBC53E8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9BD5F1E8-1577-00C1-D814-8DB060477DB0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5B27AE3-BA47-46B3-59DE-54263E24A418}"/>
                </a:ext>
              </a:extLst>
            </p:cNvPr>
            <p:cNvGrpSpPr/>
            <p:nvPr/>
          </p:nvGrpSpPr>
          <p:grpSpPr>
            <a:xfrm rot="5400000">
              <a:off x="10191080" y="5362881"/>
              <a:ext cx="365513" cy="1355493"/>
              <a:chOff x="3887218" y="1086928"/>
              <a:chExt cx="483079" cy="1642153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EC9AFD4-B281-6FA5-4280-5A2ADD6253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089EEA4-0088-681E-A0DD-400668696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1679F5A7-AAB0-F429-677F-2197A65B36FE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4C28DCB-A9DB-60B6-885F-D4FA1AC26B7A}"/>
                </a:ext>
              </a:extLst>
            </p:cNvPr>
            <p:cNvGrpSpPr/>
            <p:nvPr/>
          </p:nvGrpSpPr>
          <p:grpSpPr>
            <a:xfrm rot="5400000">
              <a:off x="9305780" y="4436024"/>
              <a:ext cx="483079" cy="658608"/>
              <a:chOff x="3887218" y="1086928"/>
              <a:chExt cx="483079" cy="1642153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96981AC-7D90-8B32-85C3-F6FD537C24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6AE6605-29BE-B77D-2F44-8FE4776C2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E9E82FD-C04E-592F-E234-2837CEC0D8E1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9973467-7BF1-6EAF-6249-62251D80AECB}"/>
                </a:ext>
              </a:extLst>
            </p:cNvPr>
            <p:cNvGrpSpPr/>
            <p:nvPr/>
          </p:nvGrpSpPr>
          <p:grpSpPr>
            <a:xfrm rot="5400000">
              <a:off x="10288176" y="1157424"/>
              <a:ext cx="287836" cy="1063655"/>
              <a:chOff x="3887218" y="1086928"/>
              <a:chExt cx="483079" cy="1642153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AE57283-DA0F-F3CB-9B08-ABC5B608FA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867AAEC-0C0F-3F46-0143-C03E9FA66B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BAFFE60-A0F9-035B-D83F-84E22E1AB244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CCE8CE1-41AE-7732-51A2-4B0D66A2C938}"/>
                </a:ext>
              </a:extLst>
            </p:cNvPr>
            <p:cNvGrpSpPr/>
            <p:nvPr/>
          </p:nvGrpSpPr>
          <p:grpSpPr>
            <a:xfrm rot="5400000">
              <a:off x="5660176" y="4371858"/>
              <a:ext cx="483079" cy="644775"/>
              <a:chOff x="3887218" y="1086928"/>
              <a:chExt cx="483079" cy="1642153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C14132AD-F713-F51D-2EA6-CFE4BD9AB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60B55C9-6206-436C-936A-89DE4BE673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6E65D8BF-1114-9D56-7FFD-615D98B69DA5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96CF578-2315-E110-E348-6DBD2A1936CE}"/>
                </a:ext>
              </a:extLst>
            </p:cNvPr>
            <p:cNvGrpSpPr/>
            <p:nvPr/>
          </p:nvGrpSpPr>
          <p:grpSpPr>
            <a:xfrm>
              <a:off x="5987296" y="5452410"/>
              <a:ext cx="483079" cy="528348"/>
              <a:chOff x="3887218" y="1086928"/>
              <a:chExt cx="483079" cy="1642153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29A2AA6-218D-6D5C-E89E-63E61B00AA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97498CA-AFDC-8164-6138-D17A11452D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DD7F4593-E4B6-15DF-3954-C9F504BB6546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038052E-2DFE-9989-73C4-DF51C9D4F1ED}"/>
                </a:ext>
              </a:extLst>
            </p:cNvPr>
            <p:cNvGrpSpPr/>
            <p:nvPr/>
          </p:nvGrpSpPr>
          <p:grpSpPr>
            <a:xfrm rot="5400000">
              <a:off x="8919381" y="5160427"/>
              <a:ext cx="483079" cy="1070334"/>
              <a:chOff x="3887218" y="1086928"/>
              <a:chExt cx="483079" cy="164215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8C6E8FF-1DA0-6A51-229D-D8B19ACFF4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47A035D-4419-9311-7A10-93A65B860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63EAB6B-5E5C-9BA6-4286-72A5CF19D38C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9C43CA1-755A-4356-A3B3-663EBBC12464}"/>
                </a:ext>
              </a:extLst>
            </p:cNvPr>
            <p:cNvGrpSpPr/>
            <p:nvPr/>
          </p:nvGrpSpPr>
          <p:grpSpPr>
            <a:xfrm rot="5400000">
              <a:off x="11157250" y="5345288"/>
              <a:ext cx="483079" cy="677746"/>
              <a:chOff x="3887218" y="1086928"/>
              <a:chExt cx="483079" cy="1642153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20E1C50-2AAE-A0FC-DB5F-1814607579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FA24976-F346-E263-C304-D796A1F5C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73395805-F9DA-886F-DB5F-21D15FB8D82F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9C4D45DD-1A7F-8038-9F78-5C2824009D4D}"/>
                </a:ext>
              </a:extLst>
            </p:cNvPr>
            <p:cNvGrpSpPr/>
            <p:nvPr/>
          </p:nvGrpSpPr>
          <p:grpSpPr>
            <a:xfrm rot="5400000">
              <a:off x="7507358" y="4346039"/>
              <a:ext cx="483079" cy="772522"/>
              <a:chOff x="3887218" y="1086928"/>
              <a:chExt cx="483079" cy="1642153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F5BD280-5A7D-474B-2153-4CD92219E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5D38E186-6A3E-BF2A-B23D-5D38E95EF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90BFC3D-A766-F749-ED2D-726CD732358E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BAA6E63D-F2C1-E579-89AC-ED2F1D518F38}"/>
                </a:ext>
              </a:extLst>
            </p:cNvPr>
            <p:cNvGrpSpPr/>
            <p:nvPr/>
          </p:nvGrpSpPr>
          <p:grpSpPr>
            <a:xfrm rot="5400000">
              <a:off x="3203437" y="2077545"/>
              <a:ext cx="666019" cy="1115502"/>
              <a:chOff x="3887218" y="1086928"/>
              <a:chExt cx="483079" cy="1642153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961D988-BFD3-BBDF-54E1-7AC2429847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680E4C6A-69CF-C9E2-3D9A-7C3C2D7BCD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22A85FF6-734A-B3A6-590F-814E3505DE48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672F83D-DCC5-3B6F-36CF-81CAAB6893A0}"/>
                </a:ext>
              </a:extLst>
            </p:cNvPr>
            <p:cNvGrpSpPr/>
            <p:nvPr/>
          </p:nvGrpSpPr>
          <p:grpSpPr>
            <a:xfrm rot="10800000">
              <a:off x="2586915" y="1077208"/>
              <a:ext cx="483079" cy="1218087"/>
              <a:chOff x="3887218" y="1086928"/>
              <a:chExt cx="483079" cy="1642153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F4903FE0-492C-ACC2-92B8-5D213F8E6E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0BCCB7E8-237C-C152-1A99-07C1DB96CB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46A2D7DD-6281-A0BD-5407-98A0C2D81C1B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A5A5A75-3F61-0A24-E990-8C14B3AA5A2B}"/>
                </a:ext>
              </a:extLst>
            </p:cNvPr>
            <p:cNvGrpSpPr/>
            <p:nvPr/>
          </p:nvGrpSpPr>
          <p:grpSpPr>
            <a:xfrm rot="5400000">
              <a:off x="1956002" y="3811933"/>
              <a:ext cx="364522" cy="2237394"/>
              <a:chOff x="3887218" y="1086928"/>
              <a:chExt cx="483079" cy="1642153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214F9A3-6A80-F060-0974-9BE164D0C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D4541F-D907-E471-E4D4-C1B75CE7D6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78444669-D1B7-D89E-B888-A3697BA3784F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8AE7E64F-FAA3-7E22-9426-6C07A1B472F2}"/>
                </a:ext>
              </a:extLst>
            </p:cNvPr>
            <p:cNvGrpSpPr/>
            <p:nvPr/>
          </p:nvGrpSpPr>
          <p:grpSpPr>
            <a:xfrm>
              <a:off x="3217440" y="5113316"/>
              <a:ext cx="389041" cy="1040307"/>
              <a:chOff x="3887218" y="1086928"/>
              <a:chExt cx="483079" cy="1642153"/>
            </a:xfrm>
          </p:grpSpPr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1010EFE9-0882-0537-FEF6-C4B7799D5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1B76AD22-356F-74A1-F443-6F5537BB9F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16BBAABB-551B-9DF8-4666-AD290FD90BB4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92101DA-F638-3F6C-C9C1-184B7D9C49F6}"/>
                </a:ext>
              </a:extLst>
            </p:cNvPr>
            <p:cNvGrpSpPr/>
            <p:nvPr/>
          </p:nvGrpSpPr>
          <p:grpSpPr>
            <a:xfrm rot="5400000">
              <a:off x="1591857" y="3402071"/>
              <a:ext cx="320732" cy="899144"/>
              <a:chOff x="3887218" y="1086928"/>
              <a:chExt cx="483079" cy="1642153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9913055-158A-0E0C-FA9F-F20D88F28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1C6C565A-3AF3-7A2C-EDD8-9BFE1AC268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AFF79897-9943-E5AC-855C-5AAE9AE62EB9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37B2044-A5DC-A863-4B57-849983E8865B}"/>
                </a:ext>
              </a:extLst>
            </p:cNvPr>
            <p:cNvGrpSpPr/>
            <p:nvPr/>
          </p:nvGrpSpPr>
          <p:grpSpPr>
            <a:xfrm rot="10800000">
              <a:off x="2204495" y="2122584"/>
              <a:ext cx="340300" cy="1552268"/>
              <a:chOff x="3887218" y="1086928"/>
              <a:chExt cx="483079" cy="1642153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F29F4E9-A7CE-67ED-9E61-E742BCDEAC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3AC6DD12-8B97-F250-C639-17D14FE1F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5B468CEB-A1E1-BDEF-ED66-496B9DE18329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1181C4F-C238-58D4-D9EE-AD17032682B8}"/>
                </a:ext>
              </a:extLst>
            </p:cNvPr>
            <p:cNvSpPr/>
            <p:nvPr/>
          </p:nvSpPr>
          <p:spPr>
            <a:xfrm>
              <a:off x="8971416" y="5602025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4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1F603B8-1996-F473-A335-3C49BA4F7B37}"/>
                </a:ext>
              </a:extLst>
            </p:cNvPr>
            <p:cNvSpPr/>
            <p:nvPr/>
          </p:nvSpPr>
          <p:spPr>
            <a:xfrm rot="16200000">
              <a:off x="6331912" y="5602024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6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DE582C2-4758-436C-9AE3-DF4226C6190E}"/>
                </a:ext>
              </a:extLst>
            </p:cNvPr>
            <p:cNvSpPr/>
            <p:nvPr/>
          </p:nvSpPr>
          <p:spPr>
            <a:xfrm>
              <a:off x="9322223" y="4514306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3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B63FAF1-AAAA-98D2-3A40-B32996D24E7C}"/>
                </a:ext>
              </a:extLst>
            </p:cNvPr>
            <p:cNvSpPr/>
            <p:nvPr/>
          </p:nvSpPr>
          <p:spPr>
            <a:xfrm>
              <a:off x="7499174" y="4514306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3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9610288-6747-6C11-23A2-D3A2522F8B91}"/>
                </a:ext>
              </a:extLst>
            </p:cNvPr>
            <p:cNvSpPr/>
            <p:nvPr/>
          </p:nvSpPr>
          <p:spPr>
            <a:xfrm>
              <a:off x="5676125" y="4463807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3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04E531C-7589-DD49-641D-0B09E858A7D0}"/>
                </a:ext>
              </a:extLst>
            </p:cNvPr>
            <p:cNvSpPr/>
            <p:nvPr/>
          </p:nvSpPr>
          <p:spPr>
            <a:xfrm>
              <a:off x="10177495" y="1569036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6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9D142EF-AB76-92E7-F8A4-FD34F7A2E2A8}"/>
                </a:ext>
              </a:extLst>
            </p:cNvPr>
            <p:cNvSpPr/>
            <p:nvPr/>
          </p:nvSpPr>
          <p:spPr>
            <a:xfrm rot="16200000">
              <a:off x="11050904" y="2972564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9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6F12338-3599-4F38-DA06-214A2D2A9D7C}"/>
                </a:ext>
              </a:extLst>
            </p:cNvPr>
            <p:cNvSpPr/>
            <p:nvPr/>
          </p:nvSpPr>
          <p:spPr>
            <a:xfrm>
              <a:off x="11178868" y="5852792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4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459727F-33BC-5A24-B45F-AB126482453E}"/>
                </a:ext>
              </a:extLst>
            </p:cNvPr>
            <p:cNvSpPr/>
            <p:nvPr/>
          </p:nvSpPr>
          <p:spPr>
            <a:xfrm>
              <a:off x="10123682" y="5980757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7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D354ADC-C187-8615-7A52-6DC0B6D667A6}"/>
                </a:ext>
              </a:extLst>
            </p:cNvPr>
            <p:cNvSpPr/>
            <p:nvPr/>
          </p:nvSpPr>
          <p:spPr>
            <a:xfrm>
              <a:off x="1943220" y="4770236"/>
              <a:ext cx="517150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18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921DFDD-17A5-C13A-5D8A-25EAB4184832}"/>
                </a:ext>
              </a:extLst>
            </p:cNvPr>
            <p:cNvSpPr/>
            <p:nvPr/>
          </p:nvSpPr>
          <p:spPr>
            <a:xfrm rot="16200000">
              <a:off x="3220130" y="5474060"/>
              <a:ext cx="517150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12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6EF1D05F-488C-8088-C84F-B499721F6D24}"/>
                </a:ext>
              </a:extLst>
            </p:cNvPr>
            <p:cNvSpPr/>
            <p:nvPr/>
          </p:nvSpPr>
          <p:spPr>
            <a:xfrm>
              <a:off x="3220130" y="2454644"/>
              <a:ext cx="517150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10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9D217B3-DF89-44D7-1A38-032DF617B713}"/>
                </a:ext>
              </a:extLst>
            </p:cNvPr>
            <p:cNvSpPr/>
            <p:nvPr/>
          </p:nvSpPr>
          <p:spPr>
            <a:xfrm rot="16200000">
              <a:off x="2475885" y="1569036"/>
              <a:ext cx="517150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10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34AB0F3-35B6-78FF-DDB1-DE8D8CE6E7CD}"/>
                </a:ext>
              </a:extLst>
            </p:cNvPr>
            <p:cNvSpPr/>
            <p:nvPr/>
          </p:nvSpPr>
          <p:spPr>
            <a:xfrm rot="16200000">
              <a:off x="2264877" y="2757172"/>
              <a:ext cx="517150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5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C49C5A2-BD7D-F1A7-577F-6A47C126F4A0}"/>
                </a:ext>
              </a:extLst>
            </p:cNvPr>
            <p:cNvSpPr/>
            <p:nvPr/>
          </p:nvSpPr>
          <p:spPr>
            <a:xfrm>
              <a:off x="1458490" y="3753361"/>
              <a:ext cx="517150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6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B090743-EC91-232D-B615-C05E3A5769E8}"/>
                </a:ext>
              </a:extLst>
            </p:cNvPr>
            <p:cNvSpPr/>
            <p:nvPr/>
          </p:nvSpPr>
          <p:spPr>
            <a:xfrm rot="16200000">
              <a:off x="11339549" y="1423221"/>
              <a:ext cx="420115" cy="19573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6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6ACB73D7-9CD8-575E-B0C1-7032DD15530D}"/>
                </a:ext>
              </a:extLst>
            </p:cNvPr>
            <p:cNvGrpSpPr/>
            <p:nvPr/>
          </p:nvGrpSpPr>
          <p:grpSpPr>
            <a:xfrm>
              <a:off x="4259293" y="1181190"/>
              <a:ext cx="490232" cy="366531"/>
              <a:chOff x="3887218" y="1086928"/>
              <a:chExt cx="483079" cy="1642153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FB6C6F15-3DEF-3E81-0D2C-E69345936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1FD5D20E-2262-6A5A-6FF1-9900E5048D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4679697B-324B-3BAB-C6EA-1DFAE8D0A23B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051BC60-BA1A-25DA-CC04-DB32F2AF34DF}"/>
                </a:ext>
              </a:extLst>
            </p:cNvPr>
            <p:cNvSpPr/>
            <p:nvPr/>
          </p:nvSpPr>
          <p:spPr>
            <a:xfrm rot="16200000">
              <a:off x="4161834" y="1245953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3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BD3314F7-3B06-9F4F-E04F-6E4019CC874D}"/>
                </a:ext>
              </a:extLst>
            </p:cNvPr>
            <p:cNvSpPr/>
            <p:nvPr/>
          </p:nvSpPr>
          <p:spPr>
            <a:xfrm rot="16200000">
              <a:off x="10704760" y="4732868"/>
              <a:ext cx="468603" cy="2559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4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90D2EB5E-B83A-8A98-8DAD-CDF2B24D749D}"/>
                </a:ext>
              </a:extLst>
            </p:cNvPr>
            <p:cNvGrpSpPr/>
            <p:nvPr/>
          </p:nvGrpSpPr>
          <p:grpSpPr>
            <a:xfrm>
              <a:off x="10821219" y="4527203"/>
              <a:ext cx="468603" cy="630723"/>
              <a:chOff x="3887218" y="1086928"/>
              <a:chExt cx="483079" cy="1642153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D66E2342-CFD6-BAEA-B428-E005BC0022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4B68E6A5-2215-C3E2-201D-6C236F3B1B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08952AFB-19E8-122D-BD7C-C1F139B7117A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6622DFE-F4B8-03BF-4ABF-2E3EB5206804}"/>
                </a:ext>
              </a:extLst>
            </p:cNvPr>
            <p:cNvGrpSpPr/>
            <p:nvPr/>
          </p:nvGrpSpPr>
          <p:grpSpPr>
            <a:xfrm>
              <a:off x="8617370" y="5953371"/>
              <a:ext cx="212769" cy="255930"/>
              <a:chOff x="3887218" y="1086928"/>
              <a:chExt cx="483079" cy="1642153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41F5EADC-203E-0B71-7CF4-92EF214A26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5844" y="1086928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18CF176-769A-B327-DC09-97E2889664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218" y="2729081"/>
                <a:ext cx="4744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44ED6001-8C0F-467A-1E12-1DF9CB4D2ECE}"/>
                  </a:ext>
                </a:extLst>
              </p:cNvPr>
              <p:cNvCxnSpPr/>
              <p:nvPr/>
            </p:nvCxnSpPr>
            <p:spPr>
              <a:xfrm>
                <a:off x="4232953" y="1086928"/>
                <a:ext cx="0" cy="16421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164A746-8A5C-D6A6-0092-F45019F131FB}"/>
                </a:ext>
              </a:extLst>
            </p:cNvPr>
            <p:cNvSpPr/>
            <p:nvPr/>
          </p:nvSpPr>
          <p:spPr>
            <a:xfrm>
              <a:off x="8826177" y="5945785"/>
              <a:ext cx="468603" cy="20784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19050">
                    <a:solidFill>
                      <a:schemeClr val="tx1"/>
                    </a:solidFill>
                  </a:ln>
                </a:rPr>
                <a:t>3 </a:t>
              </a:r>
              <a:r>
                <a:rPr lang="en-IN" sz="1200" dirty="0">
                  <a:ln w="19050">
                    <a:solidFill>
                      <a:schemeClr val="tx1"/>
                    </a:solidFill>
                  </a:ln>
                </a:rPr>
                <a:t>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5396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152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Sriram V - PPM</cp:lastModifiedBy>
  <cp:revision>13</cp:revision>
  <dcterms:created xsi:type="dcterms:W3CDTF">2023-09-16T19:27:00Z</dcterms:created>
  <dcterms:modified xsi:type="dcterms:W3CDTF">2026-05-23T07:33:05Z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F2A2241FC826480D8DFCA327B1535DBE</vt:lpwstr>
  </property>
  <property fmtid="{D5CDD505-2E9C-101B-9397-08002B2CF9AE}" pid="3" name="KSOProductBuildVer">
    <vt:lpwstr>1033-11.2.0.11191</vt:lpwstr>
  </property>
</Properties>
</file>